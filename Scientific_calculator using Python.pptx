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4"/>
  </p:sldMasterIdLst>
  <p:notesMasterIdLst>
    <p:notesMasterId r:id="rId12"/>
  </p:notesMasterIdLst>
  <p:handoutMasterIdLst>
    <p:handoutMasterId r:id="rId13"/>
  </p:handoutMasterIdLst>
  <p:sldIdLst>
    <p:sldId id="2561" r:id="rId5"/>
    <p:sldId id="2563" r:id="rId6"/>
    <p:sldId id="2566" r:id="rId7"/>
    <p:sldId id="2567" r:id="rId8"/>
    <p:sldId id="2574" r:id="rId9"/>
    <p:sldId id="2571" r:id="rId10"/>
    <p:sldId id="257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cientific Calculator Using Python" id="{67EBD25C-735A-4576-9B61-50154CE53448}">
          <p14:sldIdLst>
            <p14:sldId id="2561"/>
          </p14:sldIdLst>
        </p14:section>
        <p14:section name="Introduction and Agenda" id="{106186AC-8420-464B-999C-F3D622BE89BB}">
          <p14:sldIdLst>
            <p14:sldId id="2563"/>
          </p14:sldIdLst>
        </p14:section>
        <p14:section name="Core Content" id="{A0989AC2-DE2E-465C-B4CB-9AE266F3B6E7}">
          <p14:sldIdLst>
            <p14:sldId id="2566"/>
            <p14:sldId id="2567"/>
            <p14:sldId id="2574"/>
            <p14:sldId id="2571"/>
          </p14:sldIdLst>
        </p14:section>
        <p14:section name="Conclusion and Future Enhancements" id="{75C8FE76-A7C0-415B-BE2D-846E3F59AE7D}">
          <p14:sldIdLst>
            <p14:sldId id="257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A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ED881D-B56F-4752-AA96-E4EB7CB16A09}" v="532" dt="2025-12-12T23:38:33.987"/>
    <p1510:client id="{6BB90A67-680B-4B1E-8166-3B2745F6C699}" v="12" dt="2025-12-12T22:11:27.6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29" autoAdjust="0"/>
    <p:restoredTop sz="94720"/>
  </p:normalViewPr>
  <p:slideViewPr>
    <p:cSldViewPr showGuides="1">
      <p:cViewPr>
        <p:scale>
          <a:sx n="62" d="100"/>
          <a:sy n="62" d="100"/>
        </p:scale>
        <p:origin x="672" y="268"/>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87" d="100"/>
          <a:sy n="87" d="100"/>
        </p:scale>
        <p:origin x="700"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6BB90A67-680B-4B1E-8166-3B2745F6C699}"/>
    <pc:docChg chg="addSld delSld modSld addSection">
      <pc:chgData name="" userId="" providerId="" clId="Web-{6BB90A67-680B-4B1E-8166-3B2745F6C699}" dt="2025-12-12T22:11:27.691" v="12" actId="34807"/>
      <pc:docMkLst>
        <pc:docMk/>
      </pc:docMkLst>
      <pc:sldChg chg="del">
        <pc:chgData name="" userId="" providerId="" clId="Web-{6BB90A67-680B-4B1E-8166-3B2745F6C699}" dt="2025-12-12T22:11:27.519" v="0" actId="34807"/>
        <pc:sldMkLst>
          <pc:docMk/>
          <pc:sldMk cId="2329614230" sldId="260"/>
        </pc:sldMkLst>
      </pc:sldChg>
      <pc:sldChg chg="modSp add mod modClrScheme addAnim chgLayout">
        <pc:chgData name="" userId="" providerId="" clId="Web-{6BB90A67-680B-4B1E-8166-3B2745F6C699}" dt="2025-12-12T22:11:27.675" v="4" actId="34807"/>
        <pc:sldMkLst>
          <pc:docMk/>
          <pc:sldMk cId="1884846414" sldId="2561"/>
        </pc:sldMkLst>
        <pc:spChg chg="mod">
          <ac:chgData name="" userId="" providerId="" clId="Web-{6BB90A67-680B-4B1E-8166-3B2745F6C699}" dt="2025-12-12T22:11:27.675" v="1" actId="34807"/>
          <ac:spMkLst>
            <pc:docMk/>
            <pc:sldMk cId="1884846414" sldId="2561"/>
            <ac:spMk id="2" creationId="{2A26F9DF-ECA6-726E-829D-29F17FE65F58}"/>
          </ac:spMkLst>
        </pc:spChg>
        <pc:spChg chg="mod">
          <ac:chgData name="" userId="" providerId="" clId="Web-{6BB90A67-680B-4B1E-8166-3B2745F6C699}" dt="2025-12-12T22:11:27.675" v="1" actId="34807"/>
          <ac:spMkLst>
            <pc:docMk/>
            <pc:sldMk cId="1884846414" sldId="2561"/>
            <ac:spMk id="3" creationId="{DF511009-F39C-0075-DCE9-3C7F063B026C}"/>
          </ac:spMkLst>
        </pc:spChg>
      </pc:sldChg>
      <pc:sldChg chg="modSp add mod modTransition addAnim chgLayout">
        <pc:chgData name="" userId="" providerId="" clId="Web-{6BB90A67-680B-4B1E-8166-3B2745F6C699}" dt="2025-12-12T22:11:27.675" v="5" actId="34807"/>
        <pc:sldMkLst>
          <pc:docMk/>
          <pc:sldMk cId="4210979858" sldId="2562"/>
        </pc:sldMkLst>
        <pc:spChg chg="mod">
          <ac:chgData name="" userId="" providerId="" clId="Web-{6BB90A67-680B-4B1E-8166-3B2745F6C699}" dt="2025-12-12T22:11:27.675" v="1" actId="34807"/>
          <ac:spMkLst>
            <pc:docMk/>
            <pc:sldMk cId="4210979858" sldId="2562"/>
            <ac:spMk id="2" creationId="{EF1BD0C4-62A3-9709-A93E-1706BF3057A9}"/>
          </ac:spMkLst>
        </pc:spChg>
      </pc:sldChg>
      <pc:sldChg chg="modSp add mod modTransition modClrScheme addAnim chgLayout">
        <pc:chgData name="" userId="" providerId="" clId="Web-{6BB90A67-680B-4B1E-8166-3B2745F6C699}" dt="2025-12-12T22:11:27.675" v="6" actId="34807"/>
        <pc:sldMkLst>
          <pc:docMk/>
          <pc:sldMk cId="2256583703" sldId="2563"/>
        </pc:sldMkLst>
        <pc:spChg chg="mod">
          <ac:chgData name="" userId="" providerId="" clId="Web-{6BB90A67-680B-4B1E-8166-3B2745F6C699}" dt="2025-12-12T22:11:27.675" v="1" actId="34807"/>
          <ac:spMkLst>
            <pc:docMk/>
            <pc:sldMk cId="2256583703" sldId="2563"/>
            <ac:spMk id="2" creationId="{D1FB1661-C9C0-96A1-4F2D-D17AB61E10A4}"/>
          </ac:spMkLst>
        </pc:spChg>
        <pc:spChg chg="mod">
          <ac:chgData name="" userId="" providerId="" clId="Web-{6BB90A67-680B-4B1E-8166-3B2745F6C699}" dt="2025-12-12T22:11:27.675" v="1" actId="34807"/>
          <ac:spMkLst>
            <pc:docMk/>
            <pc:sldMk cId="2256583703" sldId="2563"/>
            <ac:spMk id="3" creationId="{3CFDEB06-D5FE-F921-8A31-9A82EB092D87}"/>
          </ac:spMkLst>
        </pc:spChg>
      </pc:sldChg>
      <pc:sldChg chg="modSp add mod modTransition modClrScheme addAnim chgLayout">
        <pc:chgData name="" userId="" providerId="" clId="Web-{6BB90A67-680B-4B1E-8166-3B2745F6C699}" dt="2025-12-12T22:11:27.675" v="7" actId="34807"/>
        <pc:sldMkLst>
          <pc:docMk/>
          <pc:sldMk cId="1457764436" sldId="2564"/>
        </pc:sldMkLst>
        <pc:spChg chg="mod">
          <ac:chgData name="" userId="" providerId="" clId="Web-{6BB90A67-680B-4B1E-8166-3B2745F6C699}" dt="2025-12-12T22:11:27.675" v="1" actId="34807"/>
          <ac:spMkLst>
            <pc:docMk/>
            <pc:sldMk cId="1457764436" sldId="2564"/>
            <ac:spMk id="2" creationId="{5B51D16B-7AF2-14AD-C5EA-983EEFF9A8FE}"/>
          </ac:spMkLst>
        </pc:spChg>
        <pc:spChg chg="mod">
          <ac:chgData name="" userId="" providerId="" clId="Web-{6BB90A67-680B-4B1E-8166-3B2745F6C699}" dt="2025-12-12T22:11:27.675" v="1" actId="34807"/>
          <ac:spMkLst>
            <pc:docMk/>
            <pc:sldMk cId="1457764436" sldId="2564"/>
            <ac:spMk id="3" creationId="{F560E161-0343-B0DC-5155-269BA41489D9}"/>
          </ac:spMkLst>
        </pc:spChg>
      </pc:sldChg>
      <pc:sldChg chg="modSp add mod modTransition addAnim chgLayout">
        <pc:chgData name="" userId="" providerId="" clId="Web-{6BB90A67-680B-4B1E-8166-3B2745F6C699}" dt="2025-12-12T22:11:27.691" v="8" actId="34807"/>
        <pc:sldMkLst>
          <pc:docMk/>
          <pc:sldMk cId="2061302613" sldId="2565"/>
        </pc:sldMkLst>
        <pc:spChg chg="mod">
          <ac:chgData name="" userId="" providerId="" clId="Web-{6BB90A67-680B-4B1E-8166-3B2745F6C699}" dt="2025-12-12T22:11:27.675" v="1" actId="34807"/>
          <ac:spMkLst>
            <pc:docMk/>
            <pc:sldMk cId="2061302613" sldId="2565"/>
            <ac:spMk id="2" creationId="{FB5C2BD4-F2BD-1F45-806A-B1CCF5DBB9E7}"/>
          </ac:spMkLst>
        </pc:spChg>
      </pc:sldChg>
      <pc:sldChg chg="modSp add mod modTransition modClrScheme addAnim chgLayout">
        <pc:chgData name="" userId="" providerId="" clId="Web-{6BB90A67-680B-4B1E-8166-3B2745F6C699}" dt="2025-12-12T22:11:27.691" v="9" actId="34807"/>
        <pc:sldMkLst>
          <pc:docMk/>
          <pc:sldMk cId="2360578880" sldId="2566"/>
        </pc:sldMkLst>
        <pc:spChg chg="mod">
          <ac:chgData name="" userId="" providerId="" clId="Web-{6BB90A67-680B-4B1E-8166-3B2745F6C699}" dt="2025-12-12T22:11:27.675" v="1" actId="34807"/>
          <ac:spMkLst>
            <pc:docMk/>
            <pc:sldMk cId="2360578880" sldId="2566"/>
            <ac:spMk id="2" creationId="{38F8E06B-6E78-B6B7-2678-393C2E6D008B}"/>
          </ac:spMkLst>
        </pc:spChg>
        <pc:spChg chg="mod">
          <ac:chgData name="" userId="" providerId="" clId="Web-{6BB90A67-680B-4B1E-8166-3B2745F6C699}" dt="2025-12-12T22:11:27.675" v="1" actId="34807"/>
          <ac:spMkLst>
            <pc:docMk/>
            <pc:sldMk cId="2360578880" sldId="2566"/>
            <ac:spMk id="3" creationId="{62F7C5BB-B1BA-9384-7AAB-CE0C44073557}"/>
          </ac:spMkLst>
        </pc:spChg>
      </pc:sldChg>
      <pc:sldChg chg="addSp delSp modSp add mod modTransition modClrScheme chgLayout">
        <pc:chgData name="" userId="" providerId="" clId="Web-{6BB90A67-680B-4B1E-8166-3B2745F6C699}" dt="2025-12-12T22:11:27.675" v="1" actId="34807"/>
        <pc:sldMkLst>
          <pc:docMk/>
          <pc:sldMk cId="3829674019" sldId="2567"/>
        </pc:sldMkLst>
        <pc:spChg chg="mod">
          <ac:chgData name="" userId="" providerId="" clId="Web-{6BB90A67-680B-4B1E-8166-3B2745F6C699}" dt="2025-12-12T22:11:27.675" v="1" actId="34807"/>
          <ac:spMkLst>
            <pc:docMk/>
            <pc:sldMk cId="3829674019" sldId="2567"/>
            <ac:spMk id="2" creationId="{15D11BC1-3583-BE88-72C3-A93F0761F15E}"/>
          </ac:spMkLst>
        </pc:spChg>
        <pc:spChg chg="del">
          <ac:chgData name="" userId="" providerId="" clId="Web-{6BB90A67-680B-4B1E-8166-3B2745F6C699}" dt="2025-12-12T22:11:27.675" v="1" actId="34807"/>
          <ac:spMkLst>
            <pc:docMk/>
            <pc:sldMk cId="3829674019" sldId="2567"/>
            <ac:spMk id="3" creationId="{C53E6136-5293-A9F2-F289-18F40AC185EF}"/>
          </ac:spMkLst>
        </pc:spChg>
        <pc:graphicFrameChg chg="add mod">
          <ac:chgData name="" userId="" providerId="" clId="Web-{6BB90A67-680B-4B1E-8166-3B2745F6C699}" dt="2025-12-12T22:11:27.675" v="1" actId="34807"/>
          <ac:graphicFrameMkLst>
            <pc:docMk/>
            <pc:sldMk cId="3829674019" sldId="2567"/>
            <ac:graphicFrameMk id="7" creationId="{6E111AE5-2FC5-6704-BA56-F59BB61E63F5}"/>
          </ac:graphicFrameMkLst>
        </pc:graphicFrameChg>
      </pc:sldChg>
      <pc:sldChg chg="addSp delSp modSp add mod modTransition modClrScheme chgLayout">
        <pc:chgData name="" userId="" providerId="" clId="Web-{6BB90A67-680B-4B1E-8166-3B2745F6C699}" dt="2025-12-12T22:11:27.675" v="1" actId="34807"/>
        <pc:sldMkLst>
          <pc:docMk/>
          <pc:sldMk cId="3115908513" sldId="2568"/>
        </pc:sldMkLst>
        <pc:spChg chg="mod">
          <ac:chgData name="" userId="" providerId="" clId="Web-{6BB90A67-680B-4B1E-8166-3B2745F6C699}" dt="2025-12-12T22:11:27.675" v="1" actId="34807"/>
          <ac:spMkLst>
            <pc:docMk/>
            <pc:sldMk cId="3115908513" sldId="2568"/>
            <ac:spMk id="2" creationId="{845347D1-9842-8A9A-7CA4-9C8929AAED7A}"/>
          </ac:spMkLst>
        </pc:spChg>
        <pc:spChg chg="del">
          <ac:chgData name="" userId="" providerId="" clId="Web-{6BB90A67-680B-4B1E-8166-3B2745F6C699}" dt="2025-12-12T22:11:27.675" v="1" actId="34807"/>
          <ac:spMkLst>
            <pc:docMk/>
            <pc:sldMk cId="3115908513" sldId="2568"/>
            <ac:spMk id="3" creationId="{32DBAF99-A79D-DBA4-7BC3-7E21B0ED7631}"/>
          </ac:spMkLst>
        </pc:spChg>
        <pc:graphicFrameChg chg="add mod">
          <ac:chgData name="" userId="" providerId="" clId="Web-{6BB90A67-680B-4B1E-8166-3B2745F6C699}" dt="2025-12-12T22:11:27.675" v="1" actId="34807"/>
          <ac:graphicFrameMkLst>
            <pc:docMk/>
            <pc:sldMk cId="3115908513" sldId="2568"/>
            <ac:graphicFrameMk id="7" creationId="{CD748F7B-6DFB-57B6-E129-7C4BDEDFB476}"/>
          </ac:graphicFrameMkLst>
        </pc:graphicFrameChg>
      </pc:sldChg>
      <pc:sldChg chg="modSp add mod modTransition modClrScheme addAnim chgLayout">
        <pc:chgData name="" userId="" providerId="" clId="Web-{6BB90A67-680B-4B1E-8166-3B2745F6C699}" dt="2025-12-12T22:11:27.691" v="10" actId="34807"/>
        <pc:sldMkLst>
          <pc:docMk/>
          <pc:sldMk cId="647061750" sldId="2569"/>
        </pc:sldMkLst>
        <pc:spChg chg="mod">
          <ac:chgData name="" userId="" providerId="" clId="Web-{6BB90A67-680B-4B1E-8166-3B2745F6C699}" dt="2025-12-12T22:11:27.675" v="1" actId="34807"/>
          <ac:spMkLst>
            <pc:docMk/>
            <pc:sldMk cId="647061750" sldId="2569"/>
            <ac:spMk id="2" creationId="{3E64B221-2232-5FE9-C1E1-291F42BFC009}"/>
          </ac:spMkLst>
        </pc:spChg>
        <pc:spChg chg="mod">
          <ac:chgData name="" userId="" providerId="" clId="Web-{6BB90A67-680B-4B1E-8166-3B2745F6C699}" dt="2025-12-12T22:11:27.675" v="1" actId="34807"/>
          <ac:spMkLst>
            <pc:docMk/>
            <pc:sldMk cId="647061750" sldId="2569"/>
            <ac:spMk id="3" creationId="{3962AA52-D8C3-4F21-F574-547124515B79}"/>
          </ac:spMkLst>
        </pc:spChg>
      </pc:sldChg>
      <pc:sldChg chg="addSp delSp modSp add mod modTransition modClrScheme chgLayout">
        <pc:chgData name="" userId="" providerId="" clId="Web-{6BB90A67-680B-4B1E-8166-3B2745F6C699}" dt="2025-12-12T22:11:27.675" v="1" actId="34807"/>
        <pc:sldMkLst>
          <pc:docMk/>
          <pc:sldMk cId="1197352368" sldId="2570"/>
        </pc:sldMkLst>
        <pc:spChg chg="mod">
          <ac:chgData name="" userId="" providerId="" clId="Web-{6BB90A67-680B-4B1E-8166-3B2745F6C699}" dt="2025-12-12T22:11:27.675" v="1" actId="34807"/>
          <ac:spMkLst>
            <pc:docMk/>
            <pc:sldMk cId="1197352368" sldId="2570"/>
            <ac:spMk id="2" creationId="{E7713B14-5023-C5ED-2FDF-0CF770E08CA2}"/>
          </ac:spMkLst>
        </pc:spChg>
        <pc:spChg chg="del">
          <ac:chgData name="" userId="" providerId="" clId="Web-{6BB90A67-680B-4B1E-8166-3B2745F6C699}" dt="2025-12-12T22:11:27.675" v="1" actId="34807"/>
          <ac:spMkLst>
            <pc:docMk/>
            <pc:sldMk cId="1197352368" sldId="2570"/>
            <ac:spMk id="3" creationId="{BB7C4362-47FB-2D7E-F1F1-87F9FF5F90D9}"/>
          </ac:spMkLst>
        </pc:spChg>
        <pc:graphicFrameChg chg="add mod">
          <ac:chgData name="" userId="" providerId="" clId="Web-{6BB90A67-680B-4B1E-8166-3B2745F6C699}" dt="2025-12-12T22:11:27.675" v="1" actId="34807"/>
          <ac:graphicFrameMkLst>
            <pc:docMk/>
            <pc:sldMk cId="1197352368" sldId="2570"/>
            <ac:graphicFrameMk id="7" creationId="{8DACBEBB-2D55-84BB-68A6-13A4663BEDEF}"/>
          </ac:graphicFrameMkLst>
        </pc:graphicFrameChg>
      </pc:sldChg>
      <pc:sldChg chg="modSp add mod modTransition modClrScheme addAnim chgLayout">
        <pc:chgData name="" userId="" providerId="" clId="Web-{6BB90A67-680B-4B1E-8166-3B2745F6C699}" dt="2025-12-12T22:11:27.691" v="11" actId="34807"/>
        <pc:sldMkLst>
          <pc:docMk/>
          <pc:sldMk cId="2234509769" sldId="2571"/>
        </pc:sldMkLst>
        <pc:spChg chg="mod">
          <ac:chgData name="" userId="" providerId="" clId="Web-{6BB90A67-680B-4B1E-8166-3B2745F6C699}" dt="2025-12-12T22:11:27.675" v="1" actId="34807"/>
          <ac:spMkLst>
            <pc:docMk/>
            <pc:sldMk cId="2234509769" sldId="2571"/>
            <ac:spMk id="2" creationId="{166284BA-E700-EB48-6940-C3DF746677C9}"/>
          </ac:spMkLst>
        </pc:spChg>
        <pc:spChg chg="mod">
          <ac:chgData name="" userId="" providerId="" clId="Web-{6BB90A67-680B-4B1E-8166-3B2745F6C699}" dt="2025-12-12T22:11:27.675" v="1" actId="34807"/>
          <ac:spMkLst>
            <pc:docMk/>
            <pc:sldMk cId="2234509769" sldId="2571"/>
            <ac:spMk id="3" creationId="{BBDE519E-8FD7-5DC8-2523-34DED7E99DA9}"/>
          </ac:spMkLst>
        </pc:spChg>
      </pc:sldChg>
      <pc:sldChg chg="modSp add mod modTransition addAnim chgLayout">
        <pc:chgData name="" userId="" providerId="" clId="Web-{6BB90A67-680B-4B1E-8166-3B2745F6C699}" dt="2025-12-12T22:11:27.691" v="12" actId="34807"/>
        <pc:sldMkLst>
          <pc:docMk/>
          <pc:sldMk cId="2029527924" sldId="2572"/>
        </pc:sldMkLst>
        <pc:spChg chg="mod">
          <ac:chgData name="" userId="" providerId="" clId="Web-{6BB90A67-680B-4B1E-8166-3B2745F6C699}" dt="2025-12-12T22:11:27.675" v="1" actId="34807"/>
          <ac:spMkLst>
            <pc:docMk/>
            <pc:sldMk cId="2029527924" sldId="2572"/>
            <ac:spMk id="2" creationId="{BEF1EB7B-A49A-3345-92E5-1EAD9EA97516}"/>
          </ac:spMkLst>
        </pc:spChg>
      </pc:sldChg>
      <pc:sldChg chg="addSp delSp modSp add mod modTransition modClrScheme chgLayout">
        <pc:chgData name="" userId="" providerId="" clId="Web-{6BB90A67-680B-4B1E-8166-3B2745F6C699}" dt="2025-12-12T22:11:27.675" v="1" actId="34807"/>
        <pc:sldMkLst>
          <pc:docMk/>
          <pc:sldMk cId="4274040837" sldId="2573"/>
        </pc:sldMkLst>
        <pc:spChg chg="mod">
          <ac:chgData name="" userId="" providerId="" clId="Web-{6BB90A67-680B-4B1E-8166-3B2745F6C699}" dt="2025-12-12T22:11:27.675" v="1" actId="34807"/>
          <ac:spMkLst>
            <pc:docMk/>
            <pc:sldMk cId="4274040837" sldId="2573"/>
            <ac:spMk id="2" creationId="{620A4F86-4C4F-DF65-E97B-0D02E28255CF}"/>
          </ac:spMkLst>
        </pc:spChg>
        <pc:spChg chg="del">
          <ac:chgData name="" userId="" providerId="" clId="Web-{6BB90A67-680B-4B1E-8166-3B2745F6C699}" dt="2025-12-12T22:11:27.675" v="1" actId="34807"/>
          <ac:spMkLst>
            <pc:docMk/>
            <pc:sldMk cId="4274040837" sldId="2573"/>
            <ac:spMk id="3" creationId="{1AC7FF7E-E6A3-8617-8014-03575071DD91}"/>
          </ac:spMkLst>
        </pc:spChg>
        <pc:graphicFrameChg chg="add mod">
          <ac:chgData name="" userId="" providerId="" clId="Web-{6BB90A67-680B-4B1E-8166-3B2745F6C699}" dt="2025-12-12T22:11:27.675" v="1" actId="34807"/>
          <ac:graphicFrameMkLst>
            <pc:docMk/>
            <pc:sldMk cId="4274040837" sldId="2573"/>
            <ac:graphicFrameMk id="7" creationId="{60D75C1A-EA80-4067-CE98-C70A5FB45349}"/>
          </ac:graphicFrameMkLst>
        </pc:graphicFrameChg>
      </pc:sldChg>
    </pc:docChg>
  </pc:docChgLst>
  <pc:docChgLst>
    <pc:chgData name="Subhash Sahoo" userId="cbda5c0254b87e85" providerId="LiveId" clId="{9C838C22-C32E-4DCE-B262-08D7E02A02EB}"/>
    <pc:docChg chg="undo custSel addSld delSld modSld sldOrd modSection">
      <pc:chgData name="Subhash Sahoo" userId="cbda5c0254b87e85" providerId="LiveId" clId="{9C838C22-C32E-4DCE-B262-08D7E02A02EB}" dt="2025-12-12T23:38:33.987" v="1020" actId="20577"/>
      <pc:docMkLst>
        <pc:docMk/>
      </pc:docMkLst>
      <pc:sldChg chg="addSp modSp mod modClrScheme modAnim chgLayout">
        <pc:chgData name="Subhash Sahoo" userId="cbda5c0254b87e85" providerId="LiveId" clId="{9C838C22-C32E-4DCE-B262-08D7E02A02EB}" dt="2025-12-12T23:38:33.987" v="1020" actId="20577"/>
        <pc:sldMkLst>
          <pc:docMk/>
          <pc:sldMk cId="1884846414" sldId="2561"/>
        </pc:sldMkLst>
        <pc:spChg chg="mod">
          <ac:chgData name="Subhash Sahoo" userId="cbda5c0254b87e85" providerId="LiveId" clId="{9C838C22-C32E-4DCE-B262-08D7E02A02EB}" dt="2025-12-12T23:38:33.987" v="1020" actId="20577"/>
          <ac:spMkLst>
            <pc:docMk/>
            <pc:sldMk cId="1884846414" sldId="2561"/>
            <ac:spMk id="2" creationId="{2A26F9DF-ECA6-726E-829D-29F17FE65F58}"/>
          </ac:spMkLst>
        </pc:spChg>
        <pc:spChg chg="mod">
          <ac:chgData name="Subhash Sahoo" userId="cbda5c0254b87e85" providerId="LiveId" clId="{9C838C22-C32E-4DCE-B262-08D7E02A02EB}" dt="2025-12-12T22:19:21.422" v="32" actId="121"/>
          <ac:spMkLst>
            <pc:docMk/>
            <pc:sldMk cId="1884846414" sldId="2561"/>
            <ac:spMk id="3" creationId="{DF511009-F39C-0075-DCE9-3C7F063B026C}"/>
          </ac:spMkLst>
        </pc:spChg>
        <pc:picChg chg="add mod ord">
          <ac:chgData name="Subhash Sahoo" userId="cbda5c0254b87e85" providerId="LiveId" clId="{9C838C22-C32E-4DCE-B262-08D7E02A02EB}" dt="2025-12-12T22:17:36.037" v="20" actId="26606"/>
          <ac:picMkLst>
            <pc:docMk/>
            <pc:sldMk cId="1884846414" sldId="2561"/>
            <ac:picMk id="5" creationId="{F1A4CF51-A20B-6AA8-D836-A789A091E715}"/>
          </ac:picMkLst>
        </pc:picChg>
      </pc:sldChg>
      <pc:sldChg chg="addSp delSp modSp del mod modClrScheme chgLayout">
        <pc:chgData name="Subhash Sahoo" userId="cbda5c0254b87e85" providerId="LiveId" clId="{9C838C22-C32E-4DCE-B262-08D7E02A02EB}" dt="2025-12-12T22:21:47.552" v="40" actId="2696"/>
        <pc:sldMkLst>
          <pc:docMk/>
          <pc:sldMk cId="4210979858" sldId="2562"/>
        </pc:sldMkLst>
        <pc:spChg chg="mod">
          <ac:chgData name="Subhash Sahoo" userId="cbda5c0254b87e85" providerId="LiveId" clId="{9C838C22-C32E-4DCE-B262-08D7E02A02EB}" dt="2025-12-12T22:20:27.578" v="36" actId="26606"/>
          <ac:spMkLst>
            <pc:docMk/>
            <pc:sldMk cId="4210979858" sldId="2562"/>
            <ac:spMk id="2" creationId="{EF1BD0C4-62A3-9709-A93E-1706BF3057A9}"/>
          </ac:spMkLst>
        </pc:spChg>
        <pc:spChg chg="add del mod">
          <ac:chgData name="Subhash Sahoo" userId="cbda5c0254b87e85" providerId="LiveId" clId="{9C838C22-C32E-4DCE-B262-08D7E02A02EB}" dt="2025-12-12T22:20:27.578" v="36" actId="26606"/>
          <ac:spMkLst>
            <pc:docMk/>
            <pc:sldMk cId="4210979858" sldId="2562"/>
            <ac:spMk id="7" creationId="{EB6B4386-3558-1D66-71C8-57A42C5E5534}"/>
          </ac:spMkLst>
        </pc:spChg>
        <pc:spChg chg="add del mod">
          <ac:chgData name="Subhash Sahoo" userId="cbda5c0254b87e85" providerId="LiveId" clId="{9C838C22-C32E-4DCE-B262-08D7E02A02EB}" dt="2025-12-12T22:20:49.365" v="37" actId="478"/>
          <ac:spMkLst>
            <pc:docMk/>
            <pc:sldMk cId="4210979858" sldId="2562"/>
            <ac:spMk id="12" creationId="{651E6F66-42C9-9921-161F-992B0D8F6B5A}"/>
          </ac:spMkLst>
        </pc:spChg>
        <pc:spChg chg="add del mod">
          <ac:chgData name="Subhash Sahoo" userId="cbda5c0254b87e85" providerId="LiveId" clId="{9C838C22-C32E-4DCE-B262-08D7E02A02EB}" dt="2025-12-12T22:20:27.562" v="35" actId="26606"/>
          <ac:spMkLst>
            <pc:docMk/>
            <pc:sldMk cId="4210979858" sldId="2562"/>
            <ac:spMk id="13" creationId="{78506087-4EA8-08E9-3364-BE61084F08F5}"/>
          </ac:spMkLst>
        </pc:spChg>
        <pc:picChg chg="add del">
          <ac:chgData name="Subhash Sahoo" userId="cbda5c0254b87e85" providerId="LiveId" clId="{9C838C22-C32E-4DCE-B262-08D7E02A02EB}" dt="2025-12-12T22:20:27.562" v="35" actId="26606"/>
          <ac:picMkLst>
            <pc:docMk/>
            <pc:sldMk cId="4210979858" sldId="2562"/>
            <ac:picMk id="9" creationId="{7900A050-E213-21EC-A1B6-4EF869522729}"/>
          </ac:picMkLst>
        </pc:picChg>
      </pc:sldChg>
      <pc:sldChg chg="addSp modSp mod modClrScheme chgLayout">
        <pc:chgData name="Subhash Sahoo" userId="cbda5c0254b87e85" providerId="LiveId" clId="{9C838C22-C32E-4DCE-B262-08D7E02A02EB}" dt="2025-12-12T22:21:28.663" v="39" actId="26606"/>
        <pc:sldMkLst>
          <pc:docMk/>
          <pc:sldMk cId="2256583703" sldId="2563"/>
        </pc:sldMkLst>
        <pc:spChg chg="mod">
          <ac:chgData name="Subhash Sahoo" userId="cbda5c0254b87e85" providerId="LiveId" clId="{9C838C22-C32E-4DCE-B262-08D7E02A02EB}" dt="2025-12-12T22:21:28.663" v="39" actId="26606"/>
          <ac:spMkLst>
            <pc:docMk/>
            <pc:sldMk cId="2256583703" sldId="2563"/>
            <ac:spMk id="2" creationId="{D1FB1661-C9C0-96A1-4F2D-D17AB61E10A4}"/>
          </ac:spMkLst>
        </pc:spChg>
        <pc:spChg chg="mod">
          <ac:chgData name="Subhash Sahoo" userId="cbda5c0254b87e85" providerId="LiveId" clId="{9C838C22-C32E-4DCE-B262-08D7E02A02EB}" dt="2025-12-12T22:21:28.663" v="39" actId="26606"/>
          <ac:spMkLst>
            <pc:docMk/>
            <pc:sldMk cId="2256583703" sldId="2563"/>
            <ac:spMk id="3" creationId="{3CFDEB06-D5FE-F921-8A31-9A82EB092D87}"/>
          </ac:spMkLst>
        </pc:spChg>
        <pc:picChg chg="add">
          <ac:chgData name="Subhash Sahoo" userId="cbda5c0254b87e85" providerId="LiveId" clId="{9C838C22-C32E-4DCE-B262-08D7E02A02EB}" dt="2025-12-12T22:21:28.663" v="39" actId="26606"/>
          <ac:picMkLst>
            <pc:docMk/>
            <pc:sldMk cId="2256583703" sldId="2563"/>
            <ac:picMk id="5" creationId="{6950CCE2-168D-DC5B-AACD-3B6320119F8F}"/>
          </ac:picMkLst>
        </pc:picChg>
      </pc:sldChg>
      <pc:sldChg chg="del">
        <pc:chgData name="Subhash Sahoo" userId="cbda5c0254b87e85" providerId="LiveId" clId="{9C838C22-C32E-4DCE-B262-08D7E02A02EB}" dt="2025-12-12T22:22:47.547" v="41" actId="2696"/>
        <pc:sldMkLst>
          <pc:docMk/>
          <pc:sldMk cId="1457764436" sldId="2564"/>
        </pc:sldMkLst>
      </pc:sldChg>
      <pc:sldChg chg="del">
        <pc:chgData name="Subhash Sahoo" userId="cbda5c0254b87e85" providerId="LiveId" clId="{9C838C22-C32E-4DCE-B262-08D7E02A02EB}" dt="2025-12-12T22:22:50.372" v="42" actId="2696"/>
        <pc:sldMkLst>
          <pc:docMk/>
          <pc:sldMk cId="2061302613" sldId="2565"/>
        </pc:sldMkLst>
      </pc:sldChg>
      <pc:sldChg chg="addSp delSp modSp mod ord modClrScheme chgLayout">
        <pc:chgData name="Subhash Sahoo" userId="cbda5c0254b87e85" providerId="LiveId" clId="{9C838C22-C32E-4DCE-B262-08D7E02A02EB}" dt="2025-12-12T22:29:16.465" v="81"/>
        <pc:sldMkLst>
          <pc:docMk/>
          <pc:sldMk cId="2360578880" sldId="2566"/>
        </pc:sldMkLst>
        <pc:spChg chg="mod">
          <ac:chgData name="Subhash Sahoo" userId="cbda5c0254b87e85" providerId="LiveId" clId="{9C838C22-C32E-4DCE-B262-08D7E02A02EB}" dt="2025-12-12T22:24:06.579" v="44" actId="26606"/>
          <ac:spMkLst>
            <pc:docMk/>
            <pc:sldMk cId="2360578880" sldId="2566"/>
            <ac:spMk id="2" creationId="{38F8E06B-6E78-B6B7-2678-393C2E6D008B}"/>
          </ac:spMkLst>
        </pc:spChg>
        <pc:spChg chg="mod">
          <ac:chgData name="Subhash Sahoo" userId="cbda5c0254b87e85" providerId="LiveId" clId="{9C838C22-C32E-4DCE-B262-08D7E02A02EB}" dt="2025-12-12T22:24:26.390" v="48" actId="14100"/>
          <ac:spMkLst>
            <pc:docMk/>
            <pc:sldMk cId="2360578880" sldId="2566"/>
            <ac:spMk id="3" creationId="{62F7C5BB-B1BA-9384-7AAB-CE0C44073557}"/>
          </ac:spMkLst>
        </pc:spChg>
        <pc:spChg chg="add del mod">
          <ac:chgData name="Subhash Sahoo" userId="cbda5c0254b87e85" providerId="LiveId" clId="{9C838C22-C32E-4DCE-B262-08D7E02A02EB}" dt="2025-12-12T22:24:12.919" v="45" actId="478"/>
          <ac:spMkLst>
            <pc:docMk/>
            <pc:sldMk cId="2360578880" sldId="2566"/>
            <ac:spMk id="10" creationId="{74407794-AFB6-DFCA-9593-749AB82923FF}"/>
          </ac:spMkLst>
        </pc:spChg>
        <pc:spChg chg="add del mod">
          <ac:chgData name="Subhash Sahoo" userId="cbda5c0254b87e85" providerId="LiveId" clId="{9C838C22-C32E-4DCE-B262-08D7E02A02EB}" dt="2025-12-12T22:24:17.115" v="46" actId="478"/>
          <ac:spMkLst>
            <pc:docMk/>
            <pc:sldMk cId="2360578880" sldId="2566"/>
            <ac:spMk id="12" creationId="{DEFFF7C1-32AD-91EB-E745-A80E75A89059}"/>
          </ac:spMkLst>
        </pc:spChg>
        <pc:picChg chg="add mod">
          <ac:chgData name="Subhash Sahoo" userId="cbda5c0254b87e85" providerId="LiveId" clId="{9C838C22-C32E-4DCE-B262-08D7E02A02EB}" dt="2025-12-12T22:24:22.167" v="47" actId="14100"/>
          <ac:picMkLst>
            <pc:docMk/>
            <pc:sldMk cId="2360578880" sldId="2566"/>
            <ac:picMk id="5" creationId="{8B37355E-7BB9-4514-1674-10B3EC155663}"/>
          </ac:picMkLst>
        </pc:picChg>
      </pc:sldChg>
      <pc:sldChg chg="addSp modSp mod modClrScheme chgLayout">
        <pc:chgData name="Subhash Sahoo" userId="cbda5c0254b87e85" providerId="LiveId" clId="{9C838C22-C32E-4DCE-B262-08D7E02A02EB}" dt="2025-12-12T23:31:36.493" v="972" actId="14100"/>
        <pc:sldMkLst>
          <pc:docMk/>
          <pc:sldMk cId="3829674019" sldId="2567"/>
        </pc:sldMkLst>
        <pc:spChg chg="mod">
          <ac:chgData name="Subhash Sahoo" userId="cbda5c0254b87e85" providerId="LiveId" clId="{9C838C22-C32E-4DCE-B262-08D7E02A02EB}" dt="2025-12-12T23:07:07.752" v="478" actId="14100"/>
          <ac:spMkLst>
            <pc:docMk/>
            <pc:sldMk cId="3829674019" sldId="2567"/>
            <ac:spMk id="2" creationId="{15D11BC1-3583-BE88-72C3-A93F0761F15E}"/>
          </ac:spMkLst>
        </pc:spChg>
        <pc:graphicFrameChg chg="mod modGraphic">
          <ac:chgData name="Subhash Sahoo" userId="cbda5c0254b87e85" providerId="LiveId" clId="{9C838C22-C32E-4DCE-B262-08D7E02A02EB}" dt="2025-12-12T23:07:02.907" v="477" actId="14100"/>
          <ac:graphicFrameMkLst>
            <pc:docMk/>
            <pc:sldMk cId="3829674019" sldId="2567"/>
            <ac:graphicFrameMk id="7" creationId="{6E111AE5-2FC5-6704-BA56-F59BB61E63F5}"/>
          </ac:graphicFrameMkLst>
        </pc:graphicFrameChg>
        <pc:picChg chg="add mod">
          <ac:chgData name="Subhash Sahoo" userId="cbda5c0254b87e85" providerId="LiveId" clId="{9C838C22-C32E-4DCE-B262-08D7E02A02EB}" dt="2025-12-12T23:07:45.587" v="485" actId="14100"/>
          <ac:picMkLst>
            <pc:docMk/>
            <pc:sldMk cId="3829674019" sldId="2567"/>
            <ac:picMk id="4" creationId="{F0F4C6D4-9FA0-D50D-F579-90B43E6B858A}"/>
          </ac:picMkLst>
        </pc:picChg>
        <pc:picChg chg="add mod">
          <ac:chgData name="Subhash Sahoo" userId="cbda5c0254b87e85" providerId="LiveId" clId="{9C838C22-C32E-4DCE-B262-08D7E02A02EB}" dt="2025-12-12T23:31:36.493" v="972" actId="14100"/>
          <ac:picMkLst>
            <pc:docMk/>
            <pc:sldMk cId="3829674019" sldId="2567"/>
            <ac:picMk id="6" creationId="{DF67B051-F000-1436-0BD1-1C17D778E40B}"/>
          </ac:picMkLst>
        </pc:picChg>
      </pc:sldChg>
      <pc:sldChg chg="addSp delSp modSp del mod modClrScheme chgLayout">
        <pc:chgData name="Subhash Sahoo" userId="cbda5c0254b87e85" providerId="LiveId" clId="{9C838C22-C32E-4DCE-B262-08D7E02A02EB}" dt="2025-12-12T22:43:06.757" v="436" actId="47"/>
        <pc:sldMkLst>
          <pc:docMk/>
          <pc:sldMk cId="3115908513" sldId="2568"/>
        </pc:sldMkLst>
        <pc:spChg chg="mod">
          <ac:chgData name="Subhash Sahoo" userId="cbda5c0254b87e85" providerId="LiveId" clId="{9C838C22-C32E-4DCE-B262-08D7E02A02EB}" dt="2025-12-12T22:29:40.995" v="82" actId="26606"/>
          <ac:spMkLst>
            <pc:docMk/>
            <pc:sldMk cId="3115908513" sldId="2568"/>
            <ac:spMk id="2" creationId="{845347D1-9842-8A9A-7CA4-9C8929AAED7A}"/>
          </ac:spMkLst>
        </pc:spChg>
        <pc:spChg chg="add mod">
          <ac:chgData name="Subhash Sahoo" userId="cbda5c0254b87e85" providerId="LiveId" clId="{9C838C22-C32E-4DCE-B262-08D7E02A02EB}" dt="2025-12-12T22:41:30.807" v="431" actId="108"/>
          <ac:spMkLst>
            <pc:docMk/>
            <pc:sldMk cId="3115908513" sldId="2568"/>
            <ac:spMk id="4" creationId="{7EAB8883-A4F6-609E-BCC1-01F250D445BF}"/>
          </ac:spMkLst>
        </pc:spChg>
        <pc:graphicFrameChg chg="del mod modGraphic">
          <ac:chgData name="Subhash Sahoo" userId="cbda5c0254b87e85" providerId="LiveId" clId="{9C838C22-C32E-4DCE-B262-08D7E02A02EB}" dt="2025-12-12T22:33:51.021" v="89" actId="478"/>
          <ac:graphicFrameMkLst>
            <pc:docMk/>
            <pc:sldMk cId="3115908513" sldId="2568"/>
            <ac:graphicFrameMk id="7" creationId="{CD748F7B-6DFB-57B6-E129-7C4BDEDFB476}"/>
          </ac:graphicFrameMkLst>
        </pc:graphicFrameChg>
      </pc:sldChg>
      <pc:sldChg chg="del">
        <pc:chgData name="Subhash Sahoo" userId="cbda5c0254b87e85" providerId="LiveId" clId="{9C838C22-C32E-4DCE-B262-08D7E02A02EB}" dt="2025-12-12T22:43:01.345" v="435" actId="47"/>
        <pc:sldMkLst>
          <pc:docMk/>
          <pc:sldMk cId="647061750" sldId="2569"/>
        </pc:sldMkLst>
      </pc:sldChg>
      <pc:sldChg chg="del">
        <pc:chgData name="Subhash Sahoo" userId="cbda5c0254b87e85" providerId="LiveId" clId="{9C838C22-C32E-4DCE-B262-08D7E02A02EB}" dt="2025-12-12T22:42:16.607" v="432" actId="2696"/>
        <pc:sldMkLst>
          <pc:docMk/>
          <pc:sldMk cId="1197352368" sldId="2570"/>
        </pc:sldMkLst>
      </pc:sldChg>
      <pc:sldChg chg="addSp delSp modSp mod modClrScheme chgLayout">
        <pc:chgData name="Subhash Sahoo" userId="cbda5c0254b87e85" providerId="LiveId" clId="{9C838C22-C32E-4DCE-B262-08D7E02A02EB}" dt="2025-12-12T23:01:08.938" v="475" actId="26606"/>
        <pc:sldMkLst>
          <pc:docMk/>
          <pc:sldMk cId="2234509769" sldId="2571"/>
        </pc:sldMkLst>
        <pc:spChg chg="mod">
          <ac:chgData name="Subhash Sahoo" userId="cbda5c0254b87e85" providerId="LiveId" clId="{9C838C22-C32E-4DCE-B262-08D7E02A02EB}" dt="2025-12-12T23:01:08.938" v="475" actId="26606"/>
          <ac:spMkLst>
            <pc:docMk/>
            <pc:sldMk cId="2234509769" sldId="2571"/>
            <ac:spMk id="2" creationId="{166284BA-E700-EB48-6940-C3DF746677C9}"/>
          </ac:spMkLst>
        </pc:spChg>
        <pc:spChg chg="mod ord">
          <ac:chgData name="Subhash Sahoo" userId="cbda5c0254b87e85" providerId="LiveId" clId="{9C838C22-C32E-4DCE-B262-08D7E02A02EB}" dt="2025-12-12T23:01:08.938" v="475" actId="26606"/>
          <ac:spMkLst>
            <pc:docMk/>
            <pc:sldMk cId="2234509769" sldId="2571"/>
            <ac:spMk id="3" creationId="{BBDE519E-8FD7-5DC8-2523-34DED7E99DA9}"/>
          </ac:spMkLst>
        </pc:spChg>
        <pc:spChg chg="add del mod">
          <ac:chgData name="Subhash Sahoo" userId="cbda5c0254b87e85" providerId="LiveId" clId="{9C838C22-C32E-4DCE-B262-08D7E02A02EB}" dt="2025-12-12T23:01:08.938" v="475" actId="26606"/>
          <ac:spMkLst>
            <pc:docMk/>
            <pc:sldMk cId="2234509769" sldId="2571"/>
            <ac:spMk id="8" creationId="{57C38DC5-8C11-33B0-814F-77FDA82257BC}"/>
          </ac:spMkLst>
        </pc:spChg>
        <pc:picChg chg="add mod">
          <ac:chgData name="Subhash Sahoo" userId="cbda5c0254b87e85" providerId="LiveId" clId="{9C838C22-C32E-4DCE-B262-08D7E02A02EB}" dt="2025-12-12T23:01:08.938" v="475" actId="26606"/>
          <ac:picMkLst>
            <pc:docMk/>
            <pc:sldMk cId="2234509769" sldId="2571"/>
            <ac:picMk id="5" creationId="{A29554C5-2AB3-B059-5C88-706A4BB9D99C}"/>
          </ac:picMkLst>
        </pc:picChg>
      </pc:sldChg>
      <pc:sldChg chg="del">
        <pc:chgData name="Subhash Sahoo" userId="cbda5c0254b87e85" providerId="LiveId" clId="{9C838C22-C32E-4DCE-B262-08D7E02A02EB}" dt="2025-12-12T22:43:21.134" v="437" actId="47"/>
        <pc:sldMkLst>
          <pc:docMk/>
          <pc:sldMk cId="2029527924" sldId="2572"/>
        </pc:sldMkLst>
      </pc:sldChg>
      <pc:sldChg chg="addSp modSp mod">
        <pc:chgData name="Subhash Sahoo" userId="cbda5c0254b87e85" providerId="LiveId" clId="{9C838C22-C32E-4DCE-B262-08D7E02A02EB}" dt="2025-12-12T23:30:31.729" v="970" actId="20577"/>
        <pc:sldMkLst>
          <pc:docMk/>
          <pc:sldMk cId="4274040837" sldId="2573"/>
        </pc:sldMkLst>
        <pc:spChg chg="mod">
          <ac:chgData name="Subhash Sahoo" userId="cbda5c0254b87e85" providerId="LiveId" clId="{9C838C22-C32E-4DCE-B262-08D7E02A02EB}" dt="2025-12-12T23:26:08.225" v="834" actId="14100"/>
          <ac:spMkLst>
            <pc:docMk/>
            <pc:sldMk cId="4274040837" sldId="2573"/>
            <ac:spMk id="2" creationId="{620A4F86-4C4F-DF65-E97B-0D02E28255CF}"/>
          </ac:spMkLst>
        </pc:spChg>
        <pc:graphicFrameChg chg="mod modGraphic">
          <ac:chgData name="Subhash Sahoo" userId="cbda5c0254b87e85" providerId="LiveId" clId="{9C838C22-C32E-4DCE-B262-08D7E02A02EB}" dt="2025-12-12T23:30:31.729" v="970" actId="20577"/>
          <ac:graphicFrameMkLst>
            <pc:docMk/>
            <pc:sldMk cId="4274040837" sldId="2573"/>
            <ac:graphicFrameMk id="7" creationId="{60D75C1A-EA80-4067-CE98-C70A5FB45349}"/>
          </ac:graphicFrameMkLst>
        </pc:graphicFrameChg>
        <pc:picChg chg="add mod">
          <ac:chgData name="Subhash Sahoo" userId="cbda5c0254b87e85" providerId="LiveId" clId="{9C838C22-C32E-4DCE-B262-08D7E02A02EB}" dt="2025-12-12T23:25:46.343" v="830" actId="14100"/>
          <ac:picMkLst>
            <pc:docMk/>
            <pc:sldMk cId="4274040837" sldId="2573"/>
            <ac:picMk id="4" creationId="{BB1E56AD-4F69-4B97-0A10-7F7371F0426D}"/>
          </ac:picMkLst>
        </pc:picChg>
      </pc:sldChg>
      <pc:sldChg chg="addSp delSp modSp add mod modTransition modClrScheme chgLayout">
        <pc:chgData name="Subhash Sahoo" userId="cbda5c0254b87e85" providerId="LiveId" clId="{9C838C22-C32E-4DCE-B262-08D7E02A02EB}" dt="2025-12-12T23:33:18.294" v="980" actId="14100"/>
        <pc:sldMkLst>
          <pc:docMk/>
          <pc:sldMk cId="546401914" sldId="2574"/>
        </pc:sldMkLst>
        <pc:spChg chg="mod">
          <ac:chgData name="Subhash Sahoo" userId="cbda5c0254b87e85" providerId="LiveId" clId="{9C838C22-C32E-4DCE-B262-08D7E02A02EB}" dt="2025-12-12T23:17:16.620" v="520" actId="14100"/>
          <ac:spMkLst>
            <pc:docMk/>
            <pc:sldMk cId="546401914" sldId="2574"/>
            <ac:spMk id="2" creationId="{D6265D93-5454-AAC4-87DA-18EC4F2628F4}"/>
          </ac:spMkLst>
        </pc:spChg>
        <pc:spChg chg="mod">
          <ac:chgData name="Subhash Sahoo" userId="cbda5c0254b87e85" providerId="LiveId" clId="{9C838C22-C32E-4DCE-B262-08D7E02A02EB}" dt="2025-12-12T23:33:18.294" v="980" actId="14100"/>
          <ac:spMkLst>
            <pc:docMk/>
            <pc:sldMk cId="546401914" sldId="2574"/>
            <ac:spMk id="4" creationId="{5B334E39-9345-5B1B-D31A-81C28A42249D}"/>
          </ac:spMkLst>
        </pc:spChg>
        <pc:spChg chg="add del mod">
          <ac:chgData name="Subhash Sahoo" userId="cbda5c0254b87e85" providerId="LiveId" clId="{9C838C22-C32E-4DCE-B262-08D7E02A02EB}" dt="2025-12-12T23:15:53.373" v="500" actId="478"/>
          <ac:spMkLst>
            <pc:docMk/>
            <pc:sldMk cId="546401914" sldId="2574"/>
            <ac:spMk id="6" creationId="{CA280651-83F4-E57B-8DDD-1CE1A2D52D98}"/>
          </ac:spMkLst>
        </pc:spChg>
        <pc:spChg chg="add del mod">
          <ac:chgData name="Subhash Sahoo" userId="cbda5c0254b87e85" providerId="LiveId" clId="{9C838C22-C32E-4DCE-B262-08D7E02A02EB}" dt="2025-12-12T23:16:12.722" v="502" actId="26606"/>
          <ac:spMkLst>
            <pc:docMk/>
            <pc:sldMk cId="546401914" sldId="2574"/>
            <ac:spMk id="10" creationId="{F685C53A-46F5-1663-A69E-791644192309}"/>
          </ac:spMkLst>
        </pc:spChg>
        <pc:graphicFrameChg chg="add mod">
          <ac:chgData name="Subhash Sahoo" userId="cbda5c0254b87e85" providerId="LiveId" clId="{9C838C22-C32E-4DCE-B262-08D7E02A02EB}" dt="2025-12-12T23:32:38.895" v="978" actId="14100"/>
          <ac:graphicFrameMkLst>
            <pc:docMk/>
            <pc:sldMk cId="546401914" sldId="2574"/>
            <ac:graphicFrameMk id="14" creationId="{2D5C3B42-E363-7507-B4D9-20C8AF0ED04F}"/>
          </ac:graphicFrameMkLst>
        </pc:graphicFrameChg>
        <pc:picChg chg="add del mod">
          <ac:chgData name="Subhash Sahoo" userId="cbda5c0254b87e85" providerId="LiveId" clId="{9C838C22-C32E-4DCE-B262-08D7E02A02EB}" dt="2025-12-12T23:15:56.165" v="501" actId="478"/>
          <ac:picMkLst>
            <pc:docMk/>
            <pc:sldMk cId="546401914" sldId="2574"/>
            <ac:picMk id="5" creationId="{0257DD86-4B57-490E-89ED-A82055CDF33F}"/>
          </ac:picMkLst>
        </pc:picChg>
        <pc:picChg chg="add del mod ord">
          <ac:chgData name="Subhash Sahoo" userId="cbda5c0254b87e85" providerId="LiveId" clId="{9C838C22-C32E-4DCE-B262-08D7E02A02EB}" dt="2025-12-12T23:15:52.831" v="499" actId="22"/>
          <ac:picMkLst>
            <pc:docMk/>
            <pc:sldMk cId="546401914" sldId="2574"/>
            <ac:picMk id="8" creationId="{064800C2-2EA2-E10F-6560-AE71E527A772}"/>
          </ac:picMkLst>
        </pc:picChg>
        <pc:picChg chg="add del">
          <ac:chgData name="Subhash Sahoo" userId="cbda5c0254b87e85" providerId="LiveId" clId="{9C838C22-C32E-4DCE-B262-08D7E02A02EB}" dt="2025-12-12T23:16:17.700" v="503" actId="478"/>
          <ac:picMkLst>
            <pc:docMk/>
            <pc:sldMk cId="546401914" sldId="2574"/>
            <ac:picMk id="12" creationId="{19CE17DC-AE93-8BC1-4FB7-56B1B119B43C}"/>
          </ac:picMkLst>
        </pc:picChg>
        <pc:picChg chg="add mod">
          <ac:chgData name="Subhash Sahoo" userId="cbda5c0254b87e85" providerId="LiveId" clId="{9C838C22-C32E-4DCE-B262-08D7E02A02EB}" dt="2025-12-12T23:33:12.893" v="979" actId="14100"/>
          <ac:picMkLst>
            <pc:docMk/>
            <pc:sldMk cId="546401914" sldId="2574"/>
            <ac:picMk id="13" creationId="{865181F9-9E57-FAF8-E7C6-B636BC4EE45B}"/>
          </ac:picMkLst>
        </pc:picChg>
      </pc:sldChg>
      <pc:sldChg chg="new del">
        <pc:chgData name="Subhash Sahoo" userId="cbda5c0254b87e85" providerId="LiveId" clId="{9C838C22-C32E-4DCE-B262-08D7E02A02EB}" dt="2025-12-12T22:42:20.295" v="434" actId="2696"/>
        <pc:sldMkLst>
          <pc:docMk/>
          <pc:sldMk cId="3028077981" sldId="257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70877B-A256-409B-95A5-F37666348712}" type="doc">
      <dgm:prSet loTypeId="urn:microsoft.com/office/officeart/2024/3/layout/hArchList1" loCatId="List" qsTypeId="urn:microsoft.com/office/officeart/2005/8/quickstyle/simple2" qsCatId="simple" csTypeId="urn:microsoft.com/office/officeart/2005/8/colors/accent3_2" csCatId="accent3" phldr="1"/>
      <dgm:spPr/>
      <dgm:t>
        <a:bodyPr/>
        <a:lstStyle/>
        <a:p>
          <a:endParaRPr lang="en-US"/>
        </a:p>
      </dgm:t>
    </dgm:pt>
    <dgm:pt modelId="{85A92850-3BD5-4E02-AC91-1BAE3D5618EF}">
      <dgm:prSet/>
      <dgm:spPr/>
      <dgm:t>
        <a:bodyPr/>
        <a:lstStyle/>
        <a:p>
          <a:pPr>
            <a:lnSpc>
              <a:spcPct val="100000"/>
            </a:lnSpc>
            <a:defRPr b="1"/>
          </a:pPr>
          <a:r>
            <a:rPr lang="en-US" b="0" i="0" dirty="0"/>
            <a:t>Math Module Utilities</a:t>
          </a:r>
          <a:endParaRPr lang="en-US" dirty="0"/>
        </a:p>
      </dgm:t>
    </dgm:pt>
    <dgm:pt modelId="{49C6ED32-BD64-495A-9CFD-B64538372059}" type="parTrans" cxnId="{C7062FB3-D9A2-4B40-B2A1-0B26B7175E88}">
      <dgm:prSet/>
      <dgm:spPr/>
      <dgm:t>
        <a:bodyPr/>
        <a:lstStyle/>
        <a:p>
          <a:endParaRPr lang="en-US"/>
        </a:p>
      </dgm:t>
    </dgm:pt>
    <dgm:pt modelId="{CEAF7D9F-BFF6-4D18-B461-612A7B061A47}" type="sibTrans" cxnId="{C7062FB3-D9A2-4B40-B2A1-0B26B7175E88}">
      <dgm:prSet/>
      <dgm:spPr/>
      <dgm:t>
        <a:bodyPr/>
        <a:lstStyle/>
        <a:p>
          <a:pPr>
            <a:lnSpc>
              <a:spcPct val="100000"/>
            </a:lnSpc>
            <a:defRPr b="1"/>
          </a:pPr>
          <a:endParaRPr lang="en-US"/>
        </a:p>
      </dgm:t>
    </dgm:pt>
    <dgm:pt modelId="{63A8F878-FB42-44A6-A145-765A076248C3}">
      <dgm:prSet/>
      <dgm:spPr/>
      <dgm:t>
        <a:bodyPr/>
        <a:lstStyle/>
        <a:p>
          <a:pPr>
            <a:lnSpc>
              <a:spcPct val="100000"/>
            </a:lnSpc>
          </a:pPr>
          <a:r>
            <a:rPr lang="en-US" b="0" i="0" dirty="0"/>
            <a:t>The math module enables complex calculations like trigonometric, logarithmic, and exponential functions essential for scientific computing.</a:t>
          </a:r>
          <a:endParaRPr lang="en-US" dirty="0"/>
        </a:p>
      </dgm:t>
    </dgm:pt>
    <dgm:pt modelId="{51747BCA-C69F-40A3-8315-776A7184941F}" type="parTrans" cxnId="{D799579C-0448-4DED-ACD6-B097DA0266DD}">
      <dgm:prSet/>
      <dgm:spPr/>
      <dgm:t>
        <a:bodyPr/>
        <a:lstStyle/>
        <a:p>
          <a:endParaRPr lang="en-US"/>
        </a:p>
      </dgm:t>
    </dgm:pt>
    <dgm:pt modelId="{79353DB1-8CEC-4DBF-8EE8-3D2AC806EBCB}" type="sibTrans" cxnId="{D799579C-0448-4DED-ACD6-B097DA0266DD}">
      <dgm:prSet/>
      <dgm:spPr/>
      <dgm:t>
        <a:bodyPr/>
        <a:lstStyle/>
        <a:p>
          <a:endParaRPr lang="en-US"/>
        </a:p>
      </dgm:t>
    </dgm:pt>
    <dgm:pt modelId="{72D2560E-B00B-4561-A67F-1D1BD4F60698}">
      <dgm:prSet/>
      <dgm:spPr/>
      <dgm:t>
        <a:bodyPr/>
        <a:lstStyle/>
        <a:p>
          <a:pPr>
            <a:lnSpc>
              <a:spcPct val="100000"/>
            </a:lnSpc>
            <a:defRPr b="1"/>
          </a:pPr>
          <a:r>
            <a:rPr lang="en-US" b="0" i="0" dirty="0" err="1"/>
            <a:t>Tkinter</a:t>
          </a:r>
          <a:r>
            <a:rPr lang="en-US" b="0" i="0" dirty="0"/>
            <a:t> GUI Framework</a:t>
          </a:r>
          <a:endParaRPr lang="en-US" dirty="0"/>
        </a:p>
      </dgm:t>
    </dgm:pt>
    <dgm:pt modelId="{D8AAC089-2CDA-4B94-A865-7B7029737CD9}" type="parTrans" cxnId="{BA870B3B-F0FA-4ED0-A0B5-06FF55A148CA}">
      <dgm:prSet/>
      <dgm:spPr/>
      <dgm:t>
        <a:bodyPr/>
        <a:lstStyle/>
        <a:p>
          <a:endParaRPr lang="en-US"/>
        </a:p>
      </dgm:t>
    </dgm:pt>
    <dgm:pt modelId="{7714BCC1-7470-4E9D-A701-0B415A65FA89}" type="sibTrans" cxnId="{BA870B3B-F0FA-4ED0-A0B5-06FF55A148CA}">
      <dgm:prSet/>
      <dgm:spPr/>
      <dgm:t>
        <a:bodyPr/>
        <a:lstStyle/>
        <a:p>
          <a:pPr>
            <a:lnSpc>
              <a:spcPct val="100000"/>
            </a:lnSpc>
            <a:defRPr b="1"/>
          </a:pPr>
          <a:endParaRPr lang="en-US"/>
        </a:p>
      </dgm:t>
    </dgm:pt>
    <dgm:pt modelId="{E0A1C3B9-AD90-4CCA-8407-A60090CF37ED}">
      <dgm:prSet/>
      <dgm:spPr/>
      <dgm:t>
        <a:bodyPr/>
        <a:lstStyle/>
        <a:p>
          <a:pPr>
            <a:lnSpc>
              <a:spcPct val="100000"/>
            </a:lnSpc>
          </a:pPr>
          <a:r>
            <a:rPr lang="en-US" b="0" i="0" dirty="0" err="1"/>
            <a:t>Tkinter</a:t>
          </a:r>
          <a:r>
            <a:rPr lang="en-US" b="0" i="0" dirty="0"/>
            <a:t> provides tools to create interactive graphical user interfaces for user-friendly calculator operation.</a:t>
          </a:r>
          <a:endParaRPr lang="en-US" dirty="0"/>
        </a:p>
      </dgm:t>
    </dgm:pt>
    <dgm:pt modelId="{63CBFFFC-7557-47F0-AE10-540C99571E85}" type="parTrans" cxnId="{DB39D156-4063-48C0-B556-7D910D7A965C}">
      <dgm:prSet/>
      <dgm:spPr/>
      <dgm:t>
        <a:bodyPr/>
        <a:lstStyle/>
        <a:p>
          <a:endParaRPr lang="en-US"/>
        </a:p>
      </dgm:t>
    </dgm:pt>
    <dgm:pt modelId="{AB09813F-D504-48CB-9B6E-FF3FAE0F691B}" type="sibTrans" cxnId="{DB39D156-4063-48C0-B556-7D910D7A965C}">
      <dgm:prSet/>
      <dgm:spPr/>
      <dgm:t>
        <a:bodyPr/>
        <a:lstStyle/>
        <a:p>
          <a:endParaRPr lang="en-US"/>
        </a:p>
      </dgm:t>
    </dgm:pt>
    <dgm:pt modelId="{0FC62288-97E5-461B-8CD2-078FA9E7B16F}">
      <dgm:prSet/>
      <dgm:spPr/>
      <dgm:t>
        <a:bodyPr/>
        <a:lstStyle/>
        <a:p>
          <a:pPr>
            <a:lnSpc>
              <a:spcPct val="100000"/>
            </a:lnSpc>
            <a:defRPr b="1"/>
          </a:pPr>
          <a:r>
            <a:rPr lang="en-US" b="0" i="0" dirty="0"/>
            <a:t>Error Handling with </a:t>
          </a:r>
          <a:r>
            <a:rPr lang="en-US" b="0" i="0" dirty="0" err="1"/>
            <a:t>Messagebox</a:t>
          </a:r>
          <a:endParaRPr lang="en-US" dirty="0"/>
        </a:p>
      </dgm:t>
    </dgm:pt>
    <dgm:pt modelId="{304694B1-5EDE-49D2-95C7-3C542E1E529B}" type="parTrans" cxnId="{04AC60DE-09DA-470C-87C6-01199EBEB53F}">
      <dgm:prSet/>
      <dgm:spPr/>
      <dgm:t>
        <a:bodyPr/>
        <a:lstStyle/>
        <a:p>
          <a:endParaRPr lang="en-US"/>
        </a:p>
      </dgm:t>
    </dgm:pt>
    <dgm:pt modelId="{37354B2B-CE7F-4528-94F9-701CC728651F}" type="sibTrans" cxnId="{04AC60DE-09DA-470C-87C6-01199EBEB53F}">
      <dgm:prSet/>
      <dgm:spPr/>
      <dgm:t>
        <a:bodyPr/>
        <a:lstStyle/>
        <a:p>
          <a:endParaRPr lang="en-US"/>
        </a:p>
      </dgm:t>
    </dgm:pt>
    <dgm:pt modelId="{63AFB8F5-2044-47AE-A8F5-5ADAF6E3252F}">
      <dgm:prSet/>
      <dgm:spPr/>
      <dgm:t>
        <a:bodyPr/>
        <a:lstStyle/>
        <a:p>
          <a:pPr>
            <a:lnSpc>
              <a:spcPct val="100000"/>
            </a:lnSpc>
          </a:pPr>
          <a:r>
            <a:rPr lang="en-US" b="0" i="0" dirty="0"/>
            <a:t>The </a:t>
          </a:r>
          <a:r>
            <a:rPr lang="en-US" b="0" i="0" dirty="0" err="1"/>
            <a:t>tkinter.messagebox</a:t>
          </a:r>
          <a:r>
            <a:rPr lang="en-US" b="0" i="0" dirty="0"/>
            <a:t> module helps in displaying error messages and notifications for better user communication.</a:t>
          </a:r>
          <a:endParaRPr lang="en-US" dirty="0"/>
        </a:p>
      </dgm:t>
    </dgm:pt>
    <dgm:pt modelId="{07E79B0E-3B04-49D0-BED3-57265E65BAFF}" type="parTrans" cxnId="{DBD7625D-1F73-43C0-BFC9-DAB1B177F685}">
      <dgm:prSet/>
      <dgm:spPr/>
      <dgm:t>
        <a:bodyPr/>
        <a:lstStyle/>
        <a:p>
          <a:endParaRPr lang="en-US"/>
        </a:p>
      </dgm:t>
    </dgm:pt>
    <dgm:pt modelId="{854B8DB1-DF3D-480F-ADFC-19F95473624D}" type="sibTrans" cxnId="{DBD7625D-1F73-43C0-BFC9-DAB1B177F685}">
      <dgm:prSet/>
      <dgm:spPr/>
      <dgm:t>
        <a:bodyPr/>
        <a:lstStyle/>
        <a:p>
          <a:endParaRPr lang="en-US"/>
        </a:p>
      </dgm:t>
    </dgm:pt>
    <dgm:pt modelId="{BC579ADE-493C-41FA-850A-AFC1C3A8B5B0}" type="pres">
      <dgm:prSet presAssocID="{B370877B-A256-409B-95A5-F37666348712}" presName="Name0" presStyleCnt="0">
        <dgm:presLayoutVars>
          <dgm:dir/>
          <dgm:resizeHandles val="exact"/>
        </dgm:presLayoutVars>
      </dgm:prSet>
      <dgm:spPr/>
    </dgm:pt>
    <dgm:pt modelId="{C0735CD5-7FD5-4D5B-89F2-50EF96EB9AF0}" type="pres">
      <dgm:prSet presAssocID="{85A92850-3BD5-4E02-AC91-1BAE3D5618EF}" presName="compNode" presStyleCnt="0"/>
      <dgm:spPr/>
    </dgm:pt>
    <dgm:pt modelId="{7CFE0D2C-7DEB-4737-9170-341BA38D4449}" type="pres">
      <dgm:prSet presAssocID="{85A92850-3BD5-4E02-AC91-1BAE3D5618EF}" presName="pictRect" presStyleLbl="revTx" presStyleIdx="0" presStyleCnt="6">
        <dgm:presLayoutVars>
          <dgm:chMax val="0"/>
          <dgm:bulletEnabled/>
        </dgm:presLayoutVars>
      </dgm:prSet>
      <dgm:spPr/>
    </dgm:pt>
    <dgm:pt modelId="{0368AE3B-01DF-4EB1-B135-54E9B8E70994}" type="pres">
      <dgm:prSet presAssocID="{85A92850-3BD5-4E02-AC91-1BAE3D5618EF}" presName="textRect" presStyleLbl="revTx" presStyleIdx="1" presStyleCnt="6">
        <dgm:presLayoutVars>
          <dgm:bulletEnabled/>
        </dgm:presLayoutVars>
      </dgm:prSet>
      <dgm:spPr/>
    </dgm:pt>
    <dgm:pt modelId="{84C44396-E7AE-43A0-8257-9D920C155A3C}" type="pres">
      <dgm:prSet presAssocID="{CEAF7D9F-BFF6-4D18-B461-612A7B061A47}" presName="sibTrans" presStyleLbl="sibTrans2D1" presStyleIdx="0" presStyleCnt="0"/>
      <dgm:spPr/>
    </dgm:pt>
    <dgm:pt modelId="{B5803ED9-C65E-49FB-9759-6FAD7B7F7B4E}" type="pres">
      <dgm:prSet presAssocID="{72D2560E-B00B-4561-A67F-1D1BD4F60698}" presName="compNode" presStyleCnt="0"/>
      <dgm:spPr/>
    </dgm:pt>
    <dgm:pt modelId="{7E2CD3C9-FA04-411C-8150-90814CEDAFBD}" type="pres">
      <dgm:prSet presAssocID="{72D2560E-B00B-4561-A67F-1D1BD4F60698}" presName="pictRect" presStyleLbl="revTx" presStyleIdx="2" presStyleCnt="6">
        <dgm:presLayoutVars>
          <dgm:chMax val="0"/>
          <dgm:bulletEnabled/>
        </dgm:presLayoutVars>
      </dgm:prSet>
      <dgm:spPr/>
    </dgm:pt>
    <dgm:pt modelId="{4BFC26CC-82DF-4CEF-ADBA-3C1A8F92DD7D}" type="pres">
      <dgm:prSet presAssocID="{72D2560E-B00B-4561-A67F-1D1BD4F60698}" presName="textRect" presStyleLbl="revTx" presStyleIdx="3" presStyleCnt="6">
        <dgm:presLayoutVars>
          <dgm:bulletEnabled/>
        </dgm:presLayoutVars>
      </dgm:prSet>
      <dgm:spPr/>
    </dgm:pt>
    <dgm:pt modelId="{7128BD62-22B0-4E9C-A657-42DD9A4D29C0}" type="pres">
      <dgm:prSet presAssocID="{7714BCC1-7470-4E9D-A701-0B415A65FA89}" presName="sibTrans" presStyleLbl="sibTrans2D1" presStyleIdx="0" presStyleCnt="0"/>
      <dgm:spPr/>
    </dgm:pt>
    <dgm:pt modelId="{873AD101-C03E-43D0-A8D4-9114FAF5EB4A}" type="pres">
      <dgm:prSet presAssocID="{0FC62288-97E5-461B-8CD2-078FA9E7B16F}" presName="compNode" presStyleCnt="0"/>
      <dgm:spPr/>
    </dgm:pt>
    <dgm:pt modelId="{6C5D8893-A918-4764-9F92-AE77322AE6A0}" type="pres">
      <dgm:prSet presAssocID="{0FC62288-97E5-461B-8CD2-078FA9E7B16F}" presName="pictRect" presStyleLbl="revTx" presStyleIdx="4" presStyleCnt="6">
        <dgm:presLayoutVars>
          <dgm:chMax val="0"/>
          <dgm:bulletEnabled/>
        </dgm:presLayoutVars>
      </dgm:prSet>
      <dgm:spPr/>
    </dgm:pt>
    <dgm:pt modelId="{0976CD9A-1D23-43CC-91DA-6D9EC90DF69D}" type="pres">
      <dgm:prSet presAssocID="{0FC62288-97E5-461B-8CD2-078FA9E7B16F}" presName="textRect" presStyleLbl="revTx" presStyleIdx="5" presStyleCnt="6">
        <dgm:presLayoutVars>
          <dgm:bulletEnabled/>
        </dgm:presLayoutVars>
      </dgm:prSet>
      <dgm:spPr/>
    </dgm:pt>
  </dgm:ptLst>
  <dgm:cxnLst>
    <dgm:cxn modelId="{BA870B3B-F0FA-4ED0-A0B5-06FF55A148CA}" srcId="{B370877B-A256-409B-95A5-F37666348712}" destId="{72D2560E-B00B-4561-A67F-1D1BD4F60698}" srcOrd="1" destOrd="0" parTransId="{D8AAC089-2CDA-4B94-A865-7B7029737CD9}" sibTransId="{7714BCC1-7470-4E9D-A701-0B415A65FA89}"/>
    <dgm:cxn modelId="{7E319B3E-0551-4CA5-AF9E-D2D5B5A7F875}" type="presOf" srcId="{7714BCC1-7470-4E9D-A701-0B415A65FA89}" destId="{7128BD62-22B0-4E9C-A657-42DD9A4D29C0}" srcOrd="0" destOrd="0" presId="urn:microsoft.com/office/officeart/2024/3/layout/hArchList1"/>
    <dgm:cxn modelId="{DBD7625D-1F73-43C0-BFC9-DAB1B177F685}" srcId="{0FC62288-97E5-461B-8CD2-078FA9E7B16F}" destId="{63AFB8F5-2044-47AE-A8F5-5ADAF6E3252F}" srcOrd="0" destOrd="0" parTransId="{07E79B0E-3B04-49D0-BED3-57265E65BAFF}" sibTransId="{854B8DB1-DF3D-480F-ADFC-19F95473624D}"/>
    <dgm:cxn modelId="{6C4C3F44-624A-47B3-B609-1A5C4E4A80B2}" type="presOf" srcId="{63A8F878-FB42-44A6-A145-765A076248C3}" destId="{0368AE3B-01DF-4EB1-B135-54E9B8E70994}" srcOrd="0" destOrd="0" presId="urn:microsoft.com/office/officeart/2024/3/layout/hArchList1"/>
    <dgm:cxn modelId="{12C51468-9FA3-46F4-BEE6-6E5DCDBAFD54}" type="presOf" srcId="{E0A1C3B9-AD90-4CCA-8407-A60090CF37ED}" destId="{4BFC26CC-82DF-4CEF-ADBA-3C1A8F92DD7D}" srcOrd="0" destOrd="0" presId="urn:microsoft.com/office/officeart/2024/3/layout/hArchList1"/>
    <dgm:cxn modelId="{DB39D156-4063-48C0-B556-7D910D7A965C}" srcId="{72D2560E-B00B-4561-A67F-1D1BD4F60698}" destId="{E0A1C3B9-AD90-4CCA-8407-A60090CF37ED}" srcOrd="0" destOrd="0" parTransId="{63CBFFFC-7557-47F0-AE10-540C99571E85}" sibTransId="{AB09813F-D504-48CB-9B6E-FF3FAE0F691B}"/>
    <dgm:cxn modelId="{F2FC8E89-CAD9-4AB0-85AC-E6F37FE3D739}" type="presOf" srcId="{0FC62288-97E5-461B-8CD2-078FA9E7B16F}" destId="{6C5D8893-A918-4764-9F92-AE77322AE6A0}" srcOrd="0" destOrd="0" presId="urn:microsoft.com/office/officeart/2024/3/layout/hArchList1"/>
    <dgm:cxn modelId="{3AD6398D-D810-4E90-9442-2A066C0967A5}" type="presOf" srcId="{B370877B-A256-409B-95A5-F37666348712}" destId="{BC579ADE-493C-41FA-850A-AFC1C3A8B5B0}" srcOrd="0" destOrd="0" presId="urn:microsoft.com/office/officeart/2024/3/layout/hArchList1"/>
    <dgm:cxn modelId="{D799579C-0448-4DED-ACD6-B097DA0266DD}" srcId="{85A92850-3BD5-4E02-AC91-1BAE3D5618EF}" destId="{63A8F878-FB42-44A6-A145-765A076248C3}" srcOrd="0" destOrd="0" parTransId="{51747BCA-C69F-40A3-8315-776A7184941F}" sibTransId="{79353DB1-8CEC-4DBF-8EE8-3D2AC806EBCB}"/>
    <dgm:cxn modelId="{C7062FB3-D9A2-4B40-B2A1-0B26B7175E88}" srcId="{B370877B-A256-409B-95A5-F37666348712}" destId="{85A92850-3BD5-4E02-AC91-1BAE3D5618EF}" srcOrd="0" destOrd="0" parTransId="{49C6ED32-BD64-495A-9CFD-B64538372059}" sibTransId="{CEAF7D9F-BFF6-4D18-B461-612A7B061A47}"/>
    <dgm:cxn modelId="{1C2267D7-0F34-48A1-B06B-5324C71CB883}" type="presOf" srcId="{CEAF7D9F-BFF6-4D18-B461-612A7B061A47}" destId="{84C44396-E7AE-43A0-8257-9D920C155A3C}" srcOrd="0" destOrd="0" presId="urn:microsoft.com/office/officeart/2024/3/layout/hArchList1"/>
    <dgm:cxn modelId="{04AC60DE-09DA-470C-87C6-01199EBEB53F}" srcId="{B370877B-A256-409B-95A5-F37666348712}" destId="{0FC62288-97E5-461B-8CD2-078FA9E7B16F}" srcOrd="2" destOrd="0" parTransId="{304694B1-5EDE-49D2-95C7-3C542E1E529B}" sibTransId="{37354B2B-CE7F-4528-94F9-701CC728651F}"/>
    <dgm:cxn modelId="{D5E918E3-93DE-4FBE-896A-4260B0544C16}" type="presOf" srcId="{72D2560E-B00B-4561-A67F-1D1BD4F60698}" destId="{7E2CD3C9-FA04-411C-8150-90814CEDAFBD}" srcOrd="0" destOrd="0" presId="urn:microsoft.com/office/officeart/2024/3/layout/hArchList1"/>
    <dgm:cxn modelId="{7265DDE6-9C65-43A3-9E33-32910B14723F}" type="presOf" srcId="{85A92850-3BD5-4E02-AC91-1BAE3D5618EF}" destId="{7CFE0D2C-7DEB-4737-9170-341BA38D4449}" srcOrd="0" destOrd="0" presId="urn:microsoft.com/office/officeart/2024/3/layout/hArchList1"/>
    <dgm:cxn modelId="{42269EFB-EF38-4DF0-991A-E54E6332ECFC}" type="presOf" srcId="{63AFB8F5-2044-47AE-A8F5-5ADAF6E3252F}" destId="{0976CD9A-1D23-43CC-91DA-6D9EC90DF69D}" srcOrd="0" destOrd="0" presId="urn:microsoft.com/office/officeart/2024/3/layout/hArchList1"/>
    <dgm:cxn modelId="{93D47C9B-1862-4401-90C9-BDF4029EFCC1}" type="presParOf" srcId="{BC579ADE-493C-41FA-850A-AFC1C3A8B5B0}" destId="{C0735CD5-7FD5-4D5B-89F2-50EF96EB9AF0}" srcOrd="0" destOrd="0" presId="urn:microsoft.com/office/officeart/2024/3/layout/hArchList1"/>
    <dgm:cxn modelId="{6755293F-FE96-4061-B28A-5CBA11467C2D}" type="presParOf" srcId="{C0735CD5-7FD5-4D5B-89F2-50EF96EB9AF0}" destId="{7CFE0D2C-7DEB-4737-9170-341BA38D4449}" srcOrd="0" destOrd="0" presId="urn:microsoft.com/office/officeart/2024/3/layout/hArchList1"/>
    <dgm:cxn modelId="{77F0D5FC-0102-4E29-A1F3-BAD420E2BC7F}" type="presParOf" srcId="{C0735CD5-7FD5-4D5B-89F2-50EF96EB9AF0}" destId="{0368AE3B-01DF-4EB1-B135-54E9B8E70994}" srcOrd="1" destOrd="0" presId="urn:microsoft.com/office/officeart/2024/3/layout/hArchList1"/>
    <dgm:cxn modelId="{BBA61357-B0AE-4DD8-A399-A2A8CEFF34D5}" type="presParOf" srcId="{BC579ADE-493C-41FA-850A-AFC1C3A8B5B0}" destId="{84C44396-E7AE-43A0-8257-9D920C155A3C}" srcOrd="1" destOrd="0" presId="urn:microsoft.com/office/officeart/2024/3/layout/hArchList1"/>
    <dgm:cxn modelId="{B65265E5-B554-45FB-934E-1E2704671ACB}" type="presParOf" srcId="{BC579ADE-493C-41FA-850A-AFC1C3A8B5B0}" destId="{B5803ED9-C65E-49FB-9759-6FAD7B7F7B4E}" srcOrd="2" destOrd="0" presId="urn:microsoft.com/office/officeart/2024/3/layout/hArchList1"/>
    <dgm:cxn modelId="{CD717DED-6E0F-443C-8582-CA49D060ACC0}" type="presParOf" srcId="{B5803ED9-C65E-49FB-9759-6FAD7B7F7B4E}" destId="{7E2CD3C9-FA04-411C-8150-90814CEDAFBD}" srcOrd="0" destOrd="0" presId="urn:microsoft.com/office/officeart/2024/3/layout/hArchList1"/>
    <dgm:cxn modelId="{5334670A-4D51-43DF-AF96-3B7DFFFE7542}" type="presParOf" srcId="{B5803ED9-C65E-49FB-9759-6FAD7B7F7B4E}" destId="{4BFC26CC-82DF-4CEF-ADBA-3C1A8F92DD7D}" srcOrd="1" destOrd="0" presId="urn:microsoft.com/office/officeart/2024/3/layout/hArchList1"/>
    <dgm:cxn modelId="{C15D2404-D358-4A56-A34C-2E25682050E1}" type="presParOf" srcId="{BC579ADE-493C-41FA-850A-AFC1C3A8B5B0}" destId="{7128BD62-22B0-4E9C-A657-42DD9A4D29C0}" srcOrd="3" destOrd="0" presId="urn:microsoft.com/office/officeart/2024/3/layout/hArchList1"/>
    <dgm:cxn modelId="{5855419A-59E6-4F07-B51A-FA219C012402}" type="presParOf" srcId="{BC579ADE-493C-41FA-850A-AFC1C3A8B5B0}" destId="{873AD101-C03E-43D0-A8D4-9114FAF5EB4A}" srcOrd="4" destOrd="0" presId="urn:microsoft.com/office/officeart/2024/3/layout/hArchList1"/>
    <dgm:cxn modelId="{26E4DDF6-E3AF-43FC-B208-AF0AB739BE7F}" type="presParOf" srcId="{873AD101-C03E-43D0-A8D4-9114FAF5EB4A}" destId="{6C5D8893-A918-4764-9F92-AE77322AE6A0}" srcOrd="0" destOrd="0" presId="urn:microsoft.com/office/officeart/2024/3/layout/hArchList1"/>
    <dgm:cxn modelId="{3B2FEEB0-BC2B-4871-AAE2-26B50DDDB12F}" type="presParOf" srcId="{873AD101-C03E-43D0-A8D4-9114FAF5EB4A}" destId="{0976CD9A-1D23-43CC-91DA-6D9EC90DF69D}"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BC04C7-C631-4B17-B2EA-61A12A1BF94E}"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8701EFFC-55EF-4474-A553-D714E5B0C408}">
      <dgm:prSet/>
      <dgm:spPr/>
      <dgm:t>
        <a:bodyPr/>
        <a:lstStyle/>
        <a:p>
          <a:pPr>
            <a:lnSpc>
              <a:spcPct val="100000"/>
            </a:lnSpc>
            <a:defRPr b="1"/>
          </a:pPr>
          <a:r>
            <a:rPr lang="en-US" b="0" i="0" dirty="0"/>
            <a:t>Summary of Functionalities</a:t>
          </a:r>
          <a:endParaRPr lang="en-US" dirty="0"/>
        </a:p>
      </dgm:t>
    </dgm:pt>
    <dgm:pt modelId="{856ECF42-1684-4863-93DA-7BD839D79DE3}" type="parTrans" cxnId="{B412231D-D4B8-4533-8CE1-D365C5BB18C0}">
      <dgm:prSet/>
      <dgm:spPr/>
      <dgm:t>
        <a:bodyPr/>
        <a:lstStyle/>
        <a:p>
          <a:endParaRPr lang="en-US"/>
        </a:p>
      </dgm:t>
    </dgm:pt>
    <dgm:pt modelId="{10C6F8B2-067A-4277-A0F8-E1FF132E94A3}" type="sibTrans" cxnId="{B412231D-D4B8-4533-8CE1-D365C5BB18C0}">
      <dgm:prSet/>
      <dgm:spPr/>
      <dgm:t>
        <a:bodyPr/>
        <a:lstStyle/>
        <a:p>
          <a:pPr>
            <a:lnSpc>
              <a:spcPct val="100000"/>
            </a:lnSpc>
            <a:defRPr b="1"/>
          </a:pPr>
          <a:endParaRPr lang="en-US"/>
        </a:p>
      </dgm:t>
    </dgm:pt>
    <dgm:pt modelId="{87CF7284-6EA8-4716-807E-0E4E2E2E7F01}">
      <dgm:prSet/>
      <dgm:spPr/>
      <dgm:t>
        <a:bodyPr/>
        <a:lstStyle/>
        <a:p>
          <a:pPr>
            <a:lnSpc>
              <a:spcPct val="100000"/>
            </a:lnSpc>
          </a:pPr>
          <a:endParaRPr lang="en-US" b="0" i="0" dirty="0"/>
        </a:p>
        <a:p>
          <a:pPr>
            <a:lnSpc>
              <a:spcPct val="100000"/>
            </a:lnSpc>
          </a:pPr>
          <a:r>
            <a:rPr lang="en-US" b="0" i="0" dirty="0"/>
            <a:t>The calculator supports basic arithmetic and advanced math operations using Python libraries like math, </a:t>
          </a:r>
          <a:r>
            <a:rPr lang="en-US" b="0" i="0" dirty="0" err="1"/>
            <a:t>numpy</a:t>
          </a:r>
          <a:r>
            <a:rPr lang="en-US" b="0" i="0" dirty="0"/>
            <a:t> and </a:t>
          </a:r>
          <a:r>
            <a:rPr lang="en-US" b="0" i="0" dirty="0" err="1"/>
            <a:t>Tkinter</a:t>
          </a:r>
          <a:r>
            <a:rPr lang="en-US" b="0" i="0" dirty="0"/>
            <a:t>.</a:t>
          </a:r>
          <a:endParaRPr lang="en-US" dirty="0"/>
        </a:p>
      </dgm:t>
    </dgm:pt>
    <dgm:pt modelId="{5812EEE2-F590-46E6-8287-03EC3AB56B2A}" type="parTrans" cxnId="{A5114F9D-BBC9-42B5-82C7-13886B645D6F}">
      <dgm:prSet/>
      <dgm:spPr/>
      <dgm:t>
        <a:bodyPr/>
        <a:lstStyle/>
        <a:p>
          <a:endParaRPr lang="en-US"/>
        </a:p>
      </dgm:t>
    </dgm:pt>
    <dgm:pt modelId="{E13DAEEA-1169-42BE-8611-37888CC72D8B}" type="sibTrans" cxnId="{A5114F9D-BBC9-42B5-82C7-13886B645D6F}">
      <dgm:prSet/>
      <dgm:spPr/>
      <dgm:t>
        <a:bodyPr/>
        <a:lstStyle/>
        <a:p>
          <a:endParaRPr lang="en-US"/>
        </a:p>
      </dgm:t>
    </dgm:pt>
    <dgm:pt modelId="{110784CA-7028-4F6A-9F65-91343DC31581}">
      <dgm:prSet/>
      <dgm:spPr/>
      <dgm:t>
        <a:bodyPr/>
        <a:lstStyle/>
        <a:p>
          <a:pPr>
            <a:lnSpc>
              <a:spcPct val="100000"/>
            </a:lnSpc>
            <a:defRPr b="1"/>
          </a:pPr>
          <a:r>
            <a:rPr lang="en-US" b="0" i="0"/>
            <a:t>Role of Python Libraries</a:t>
          </a:r>
          <a:endParaRPr lang="en-US"/>
        </a:p>
      </dgm:t>
    </dgm:pt>
    <dgm:pt modelId="{3DF86DF7-DC86-4F26-853F-8647D9C37CE5}" type="parTrans" cxnId="{0FAC6D21-705D-4346-81E1-272AAD1816DB}">
      <dgm:prSet/>
      <dgm:spPr/>
      <dgm:t>
        <a:bodyPr/>
        <a:lstStyle/>
        <a:p>
          <a:endParaRPr lang="en-US"/>
        </a:p>
      </dgm:t>
    </dgm:pt>
    <dgm:pt modelId="{9FB5F857-694B-4B48-ADD0-C453DAEAAEA2}" type="sibTrans" cxnId="{0FAC6D21-705D-4346-81E1-272AAD1816DB}">
      <dgm:prSet/>
      <dgm:spPr/>
      <dgm:t>
        <a:bodyPr/>
        <a:lstStyle/>
        <a:p>
          <a:pPr>
            <a:lnSpc>
              <a:spcPct val="100000"/>
            </a:lnSpc>
            <a:defRPr b="1"/>
          </a:pPr>
          <a:endParaRPr lang="en-US"/>
        </a:p>
      </dgm:t>
    </dgm:pt>
    <dgm:pt modelId="{AFEE88B2-F986-442F-BB00-D3D7CFC21910}">
      <dgm:prSet/>
      <dgm:spPr/>
      <dgm:t>
        <a:bodyPr/>
        <a:lstStyle/>
        <a:p>
          <a:pPr>
            <a:lnSpc>
              <a:spcPct val="100000"/>
            </a:lnSpc>
          </a:pPr>
          <a:endParaRPr lang="en-US" b="0" i="0" dirty="0"/>
        </a:p>
        <a:p>
          <a:pPr>
            <a:lnSpc>
              <a:spcPct val="100000"/>
            </a:lnSpc>
          </a:pPr>
          <a:r>
            <a:rPr lang="en-US" b="0" i="0" dirty="0"/>
            <a:t>Libraries such as math and </a:t>
          </a:r>
          <a:r>
            <a:rPr lang="en-US" b="0" i="0" dirty="0" err="1"/>
            <a:t>Tkinter</a:t>
          </a:r>
          <a:r>
            <a:rPr lang="en-US" b="0" i="0" dirty="0"/>
            <a:t> simplify the development process and enhance calculator capabilities.</a:t>
          </a:r>
          <a:endParaRPr lang="en-US" dirty="0"/>
        </a:p>
      </dgm:t>
    </dgm:pt>
    <dgm:pt modelId="{92847E88-5CA0-49DB-9A9D-B918DE136B19}" type="parTrans" cxnId="{F0174290-8C20-4280-946F-8A1581E62B5A}">
      <dgm:prSet/>
      <dgm:spPr/>
      <dgm:t>
        <a:bodyPr/>
        <a:lstStyle/>
        <a:p>
          <a:endParaRPr lang="en-US"/>
        </a:p>
      </dgm:t>
    </dgm:pt>
    <dgm:pt modelId="{123FD845-F803-4A6B-B378-E4FE4110D490}" type="sibTrans" cxnId="{F0174290-8C20-4280-946F-8A1581E62B5A}">
      <dgm:prSet/>
      <dgm:spPr/>
      <dgm:t>
        <a:bodyPr/>
        <a:lstStyle/>
        <a:p>
          <a:endParaRPr lang="en-US"/>
        </a:p>
      </dgm:t>
    </dgm:pt>
    <dgm:pt modelId="{0F3D9DCB-20A3-4ECD-966A-8DADFB799DF4}">
      <dgm:prSet/>
      <dgm:spPr/>
      <dgm:t>
        <a:bodyPr/>
        <a:lstStyle/>
        <a:p>
          <a:pPr>
            <a:lnSpc>
              <a:spcPct val="100000"/>
            </a:lnSpc>
            <a:defRPr b="1"/>
          </a:pPr>
          <a:r>
            <a:rPr lang="en-US" b="0" i="0" dirty="0"/>
            <a:t>Future Enhancements Roadmap</a:t>
          </a:r>
          <a:endParaRPr lang="en-US" dirty="0"/>
        </a:p>
      </dgm:t>
    </dgm:pt>
    <dgm:pt modelId="{E2A97025-A5D1-44FB-8D17-2FA8BEE976B3}" type="parTrans" cxnId="{0D9654E4-BC87-49B5-9AFF-1A7D5C246EA4}">
      <dgm:prSet/>
      <dgm:spPr/>
      <dgm:t>
        <a:bodyPr/>
        <a:lstStyle/>
        <a:p>
          <a:endParaRPr lang="en-US"/>
        </a:p>
      </dgm:t>
    </dgm:pt>
    <dgm:pt modelId="{CF8FD18E-9BC6-4959-8061-9D59D0630D9E}" type="sibTrans" cxnId="{0D9654E4-BC87-49B5-9AFF-1A7D5C246EA4}">
      <dgm:prSet/>
      <dgm:spPr/>
      <dgm:t>
        <a:bodyPr/>
        <a:lstStyle/>
        <a:p>
          <a:endParaRPr lang="en-US"/>
        </a:p>
      </dgm:t>
    </dgm:pt>
    <dgm:pt modelId="{A38B8E68-A24F-4E9C-9478-5131CB5C74E9}">
      <dgm:prSet/>
      <dgm:spPr/>
      <dgm:t>
        <a:bodyPr/>
        <a:lstStyle/>
        <a:p>
          <a:pPr>
            <a:lnSpc>
              <a:spcPct val="100000"/>
            </a:lnSpc>
          </a:pPr>
          <a:endParaRPr lang="en-US" b="0" i="0" dirty="0"/>
        </a:p>
        <a:p>
          <a:pPr>
            <a:lnSpc>
              <a:spcPct val="100000"/>
            </a:lnSpc>
          </a:pPr>
          <a:r>
            <a:rPr lang="en-US" b="0" i="0" dirty="0"/>
            <a:t>Plans include </a:t>
          </a:r>
        </a:p>
        <a:p>
          <a:pPr>
            <a:lnSpc>
              <a:spcPct val="100000"/>
            </a:lnSpc>
          </a:pPr>
          <a:r>
            <a:rPr lang="en-US" b="0" i="0" dirty="0"/>
            <a:t>1. adding memory storage, 2. history tracking, </a:t>
          </a:r>
        </a:p>
        <a:p>
          <a:pPr>
            <a:lnSpc>
              <a:spcPct val="100000"/>
            </a:lnSpc>
          </a:pPr>
          <a:r>
            <a:rPr lang="en-US" b="0" i="0" dirty="0"/>
            <a:t>3. improved error handling for better usability.</a:t>
          </a:r>
        </a:p>
        <a:p>
          <a:pPr>
            <a:lnSpc>
              <a:spcPct val="100000"/>
            </a:lnSpc>
          </a:pPr>
          <a:r>
            <a:rPr lang="en-US" dirty="0"/>
            <a:t>4. More Flexible UI design</a:t>
          </a:r>
        </a:p>
        <a:p>
          <a:pPr>
            <a:lnSpc>
              <a:spcPct val="100000"/>
            </a:lnSpc>
          </a:pPr>
          <a:r>
            <a:rPr lang="en-US" dirty="0"/>
            <a:t>5. Using functions handling multiple variables.</a:t>
          </a:r>
        </a:p>
      </dgm:t>
    </dgm:pt>
    <dgm:pt modelId="{905CF100-7810-4526-B75A-0B11523AEF28}" type="parTrans" cxnId="{D1F208EC-D1AF-4D2B-8D03-34310193CF1D}">
      <dgm:prSet/>
      <dgm:spPr/>
      <dgm:t>
        <a:bodyPr/>
        <a:lstStyle/>
        <a:p>
          <a:endParaRPr lang="en-US"/>
        </a:p>
      </dgm:t>
    </dgm:pt>
    <dgm:pt modelId="{151841AD-5474-4BC7-88B5-6FD1036D0E49}" type="sibTrans" cxnId="{D1F208EC-D1AF-4D2B-8D03-34310193CF1D}">
      <dgm:prSet/>
      <dgm:spPr/>
      <dgm:t>
        <a:bodyPr/>
        <a:lstStyle/>
        <a:p>
          <a:endParaRPr lang="en-US"/>
        </a:p>
      </dgm:t>
    </dgm:pt>
    <dgm:pt modelId="{4419A594-7865-4A89-A09C-264A6143CC29}" type="pres">
      <dgm:prSet presAssocID="{B1BC04C7-C631-4B17-B2EA-61A12A1BF94E}" presName="Name0" presStyleCnt="0">
        <dgm:presLayoutVars>
          <dgm:dir/>
          <dgm:resizeHandles val="exact"/>
        </dgm:presLayoutVars>
      </dgm:prSet>
      <dgm:spPr/>
    </dgm:pt>
    <dgm:pt modelId="{287F5441-2A24-4C69-9639-97FC64057CF8}" type="pres">
      <dgm:prSet presAssocID="{8701EFFC-55EF-4474-A553-D714E5B0C408}" presName="compNode" presStyleCnt="0"/>
      <dgm:spPr/>
    </dgm:pt>
    <dgm:pt modelId="{81A2FE23-E97A-4DCB-97A2-CE7F3CD1A403}" type="pres">
      <dgm:prSet presAssocID="{8701EFFC-55EF-4474-A553-D714E5B0C408}" presName="pictRect" presStyleLbl="revTx" presStyleIdx="0" presStyleCnt="6">
        <dgm:presLayoutVars>
          <dgm:chMax val="0"/>
          <dgm:bulletEnabled/>
        </dgm:presLayoutVars>
      </dgm:prSet>
      <dgm:spPr/>
    </dgm:pt>
    <dgm:pt modelId="{88313DA9-69A4-45D6-A888-43B9F666E9AB}" type="pres">
      <dgm:prSet presAssocID="{8701EFFC-55EF-4474-A553-D714E5B0C408}" presName="textRect" presStyleLbl="revTx" presStyleIdx="1" presStyleCnt="6">
        <dgm:presLayoutVars>
          <dgm:bulletEnabled/>
        </dgm:presLayoutVars>
      </dgm:prSet>
      <dgm:spPr/>
    </dgm:pt>
    <dgm:pt modelId="{3CE045BC-7915-4F6C-A70A-00AEC52BDBFF}" type="pres">
      <dgm:prSet presAssocID="{10C6F8B2-067A-4277-A0F8-E1FF132E94A3}" presName="sibTrans" presStyleLbl="sibTrans2D1" presStyleIdx="0" presStyleCnt="0"/>
      <dgm:spPr/>
    </dgm:pt>
    <dgm:pt modelId="{54ED1347-9864-4B53-9C72-E441B41AF9AD}" type="pres">
      <dgm:prSet presAssocID="{110784CA-7028-4F6A-9F65-91343DC31581}" presName="compNode" presStyleCnt="0"/>
      <dgm:spPr/>
    </dgm:pt>
    <dgm:pt modelId="{5C172499-EC6F-4AAA-906C-0EA5D6A271C6}" type="pres">
      <dgm:prSet presAssocID="{110784CA-7028-4F6A-9F65-91343DC31581}" presName="pictRect" presStyleLbl="revTx" presStyleIdx="2" presStyleCnt="6">
        <dgm:presLayoutVars>
          <dgm:chMax val="0"/>
          <dgm:bulletEnabled/>
        </dgm:presLayoutVars>
      </dgm:prSet>
      <dgm:spPr/>
    </dgm:pt>
    <dgm:pt modelId="{F885F5CD-D97C-4C3F-9A96-88543BCD4140}" type="pres">
      <dgm:prSet presAssocID="{110784CA-7028-4F6A-9F65-91343DC31581}" presName="textRect" presStyleLbl="revTx" presStyleIdx="3" presStyleCnt="6">
        <dgm:presLayoutVars>
          <dgm:bulletEnabled/>
        </dgm:presLayoutVars>
      </dgm:prSet>
      <dgm:spPr/>
    </dgm:pt>
    <dgm:pt modelId="{1F8968D6-5BDC-4B94-ABF8-F55EA616A964}" type="pres">
      <dgm:prSet presAssocID="{9FB5F857-694B-4B48-ADD0-C453DAEAAEA2}" presName="sibTrans" presStyleLbl="sibTrans2D1" presStyleIdx="0" presStyleCnt="0"/>
      <dgm:spPr/>
    </dgm:pt>
    <dgm:pt modelId="{478B74B7-4763-4088-BD97-C80913401B63}" type="pres">
      <dgm:prSet presAssocID="{0F3D9DCB-20A3-4ECD-966A-8DADFB799DF4}" presName="compNode" presStyleCnt="0"/>
      <dgm:spPr/>
    </dgm:pt>
    <dgm:pt modelId="{E111E272-058C-47EB-B570-93D33B95729A}" type="pres">
      <dgm:prSet presAssocID="{0F3D9DCB-20A3-4ECD-966A-8DADFB799DF4}" presName="pictRect" presStyleLbl="revTx" presStyleIdx="4" presStyleCnt="6" custScaleX="137796">
        <dgm:presLayoutVars>
          <dgm:chMax val="0"/>
          <dgm:bulletEnabled/>
        </dgm:presLayoutVars>
      </dgm:prSet>
      <dgm:spPr/>
    </dgm:pt>
    <dgm:pt modelId="{A53FEEDA-B0B6-45B3-AE00-AC949902F1EF}" type="pres">
      <dgm:prSet presAssocID="{0F3D9DCB-20A3-4ECD-966A-8DADFB799DF4}" presName="textRect" presStyleLbl="revTx" presStyleIdx="5" presStyleCnt="6" custScaleX="124791">
        <dgm:presLayoutVars>
          <dgm:bulletEnabled/>
        </dgm:presLayoutVars>
      </dgm:prSet>
      <dgm:spPr/>
    </dgm:pt>
  </dgm:ptLst>
  <dgm:cxnLst>
    <dgm:cxn modelId="{B412231D-D4B8-4533-8CE1-D365C5BB18C0}" srcId="{B1BC04C7-C631-4B17-B2EA-61A12A1BF94E}" destId="{8701EFFC-55EF-4474-A553-D714E5B0C408}" srcOrd="0" destOrd="0" parTransId="{856ECF42-1684-4863-93DA-7BD839D79DE3}" sibTransId="{10C6F8B2-067A-4277-A0F8-E1FF132E94A3}"/>
    <dgm:cxn modelId="{0FAC6D21-705D-4346-81E1-272AAD1816DB}" srcId="{B1BC04C7-C631-4B17-B2EA-61A12A1BF94E}" destId="{110784CA-7028-4F6A-9F65-91343DC31581}" srcOrd="1" destOrd="0" parTransId="{3DF86DF7-DC86-4F26-853F-8647D9C37CE5}" sibTransId="{9FB5F857-694B-4B48-ADD0-C453DAEAAEA2}"/>
    <dgm:cxn modelId="{DA189C22-E451-4309-A4DE-3E4C8FD6455F}" type="presOf" srcId="{110784CA-7028-4F6A-9F65-91343DC31581}" destId="{5C172499-EC6F-4AAA-906C-0EA5D6A271C6}" srcOrd="0" destOrd="0" presId="urn:microsoft.com/office/officeart/2024/3/layout/hArchList1"/>
    <dgm:cxn modelId="{7A808265-DCF1-466C-B060-3CC03B39184D}" type="presOf" srcId="{0F3D9DCB-20A3-4ECD-966A-8DADFB799DF4}" destId="{E111E272-058C-47EB-B570-93D33B95729A}" srcOrd="0" destOrd="0" presId="urn:microsoft.com/office/officeart/2024/3/layout/hArchList1"/>
    <dgm:cxn modelId="{3547074D-6CBF-4081-92AA-505429554280}" type="presOf" srcId="{9FB5F857-694B-4B48-ADD0-C453DAEAAEA2}" destId="{1F8968D6-5BDC-4B94-ABF8-F55EA616A964}" srcOrd="0" destOrd="0" presId="urn:microsoft.com/office/officeart/2024/3/layout/hArchList1"/>
    <dgm:cxn modelId="{C68B0056-D1A2-4DCD-B45F-685003A692F2}" type="presOf" srcId="{B1BC04C7-C631-4B17-B2EA-61A12A1BF94E}" destId="{4419A594-7865-4A89-A09C-264A6143CC29}" srcOrd="0" destOrd="0" presId="urn:microsoft.com/office/officeart/2024/3/layout/hArchList1"/>
    <dgm:cxn modelId="{F0174290-8C20-4280-946F-8A1581E62B5A}" srcId="{110784CA-7028-4F6A-9F65-91343DC31581}" destId="{AFEE88B2-F986-442F-BB00-D3D7CFC21910}" srcOrd="0" destOrd="0" parTransId="{92847E88-5CA0-49DB-9A9D-B918DE136B19}" sibTransId="{123FD845-F803-4A6B-B378-E4FE4110D490}"/>
    <dgm:cxn modelId="{64A7B592-E9D2-4353-B029-C7981DD986E4}" type="presOf" srcId="{A38B8E68-A24F-4E9C-9478-5131CB5C74E9}" destId="{A53FEEDA-B0B6-45B3-AE00-AC949902F1EF}" srcOrd="0" destOrd="0" presId="urn:microsoft.com/office/officeart/2024/3/layout/hArchList1"/>
    <dgm:cxn modelId="{A5114F9D-BBC9-42B5-82C7-13886B645D6F}" srcId="{8701EFFC-55EF-4474-A553-D714E5B0C408}" destId="{87CF7284-6EA8-4716-807E-0E4E2E2E7F01}" srcOrd="0" destOrd="0" parTransId="{5812EEE2-F590-46E6-8287-03EC3AB56B2A}" sibTransId="{E13DAEEA-1169-42BE-8611-37888CC72D8B}"/>
    <dgm:cxn modelId="{60FB799D-55A9-4D09-B10F-EFC2B73F0A65}" type="presOf" srcId="{87CF7284-6EA8-4716-807E-0E4E2E2E7F01}" destId="{88313DA9-69A4-45D6-A888-43B9F666E9AB}" srcOrd="0" destOrd="0" presId="urn:microsoft.com/office/officeart/2024/3/layout/hArchList1"/>
    <dgm:cxn modelId="{ACC80EBE-CD14-460F-83A8-8BA12517EE10}" type="presOf" srcId="{10C6F8B2-067A-4277-A0F8-E1FF132E94A3}" destId="{3CE045BC-7915-4F6C-A70A-00AEC52BDBFF}" srcOrd="0" destOrd="0" presId="urn:microsoft.com/office/officeart/2024/3/layout/hArchList1"/>
    <dgm:cxn modelId="{0D9654E4-BC87-49B5-9AFF-1A7D5C246EA4}" srcId="{B1BC04C7-C631-4B17-B2EA-61A12A1BF94E}" destId="{0F3D9DCB-20A3-4ECD-966A-8DADFB799DF4}" srcOrd="2" destOrd="0" parTransId="{E2A97025-A5D1-44FB-8D17-2FA8BEE976B3}" sibTransId="{CF8FD18E-9BC6-4959-8061-9D59D0630D9E}"/>
    <dgm:cxn modelId="{D1F208EC-D1AF-4D2B-8D03-34310193CF1D}" srcId="{0F3D9DCB-20A3-4ECD-966A-8DADFB799DF4}" destId="{A38B8E68-A24F-4E9C-9478-5131CB5C74E9}" srcOrd="0" destOrd="0" parTransId="{905CF100-7810-4526-B75A-0B11523AEF28}" sibTransId="{151841AD-5474-4BC7-88B5-6FD1036D0E49}"/>
    <dgm:cxn modelId="{4CA1FAF5-A765-46CD-827F-D4E7C222A4D3}" type="presOf" srcId="{8701EFFC-55EF-4474-A553-D714E5B0C408}" destId="{81A2FE23-E97A-4DCB-97A2-CE7F3CD1A403}" srcOrd="0" destOrd="0" presId="urn:microsoft.com/office/officeart/2024/3/layout/hArchList1"/>
    <dgm:cxn modelId="{6426C9FC-6C7C-466A-BD1B-02AB4521ECB0}" type="presOf" srcId="{AFEE88B2-F986-442F-BB00-D3D7CFC21910}" destId="{F885F5CD-D97C-4C3F-9A96-88543BCD4140}" srcOrd="0" destOrd="0" presId="urn:microsoft.com/office/officeart/2024/3/layout/hArchList1"/>
    <dgm:cxn modelId="{6891DA37-474E-46C9-8855-AB093A5D03BF}" type="presParOf" srcId="{4419A594-7865-4A89-A09C-264A6143CC29}" destId="{287F5441-2A24-4C69-9639-97FC64057CF8}" srcOrd="0" destOrd="0" presId="urn:microsoft.com/office/officeart/2024/3/layout/hArchList1"/>
    <dgm:cxn modelId="{1D044DB6-4196-4DF8-AF3B-E1CB81C72F28}" type="presParOf" srcId="{287F5441-2A24-4C69-9639-97FC64057CF8}" destId="{81A2FE23-E97A-4DCB-97A2-CE7F3CD1A403}" srcOrd="0" destOrd="0" presId="urn:microsoft.com/office/officeart/2024/3/layout/hArchList1"/>
    <dgm:cxn modelId="{D9A1B924-7E49-4D7C-80FE-99E83893C905}" type="presParOf" srcId="{287F5441-2A24-4C69-9639-97FC64057CF8}" destId="{88313DA9-69A4-45D6-A888-43B9F666E9AB}" srcOrd="1" destOrd="0" presId="urn:microsoft.com/office/officeart/2024/3/layout/hArchList1"/>
    <dgm:cxn modelId="{2A3FA617-16D9-49DA-8CED-F13EFB774D4E}" type="presParOf" srcId="{4419A594-7865-4A89-A09C-264A6143CC29}" destId="{3CE045BC-7915-4F6C-A70A-00AEC52BDBFF}" srcOrd="1" destOrd="0" presId="urn:microsoft.com/office/officeart/2024/3/layout/hArchList1"/>
    <dgm:cxn modelId="{1C777FD2-927D-4064-9840-7BDA423ABB61}" type="presParOf" srcId="{4419A594-7865-4A89-A09C-264A6143CC29}" destId="{54ED1347-9864-4B53-9C72-E441B41AF9AD}" srcOrd="2" destOrd="0" presId="urn:microsoft.com/office/officeart/2024/3/layout/hArchList1"/>
    <dgm:cxn modelId="{AAE7984E-E89D-4DFE-84BA-7112314C874C}" type="presParOf" srcId="{54ED1347-9864-4B53-9C72-E441B41AF9AD}" destId="{5C172499-EC6F-4AAA-906C-0EA5D6A271C6}" srcOrd="0" destOrd="0" presId="urn:microsoft.com/office/officeart/2024/3/layout/hArchList1"/>
    <dgm:cxn modelId="{D1FA8CB0-F447-4D48-8BC9-373DA0F3847B}" type="presParOf" srcId="{54ED1347-9864-4B53-9C72-E441B41AF9AD}" destId="{F885F5CD-D97C-4C3F-9A96-88543BCD4140}" srcOrd="1" destOrd="0" presId="urn:microsoft.com/office/officeart/2024/3/layout/hArchList1"/>
    <dgm:cxn modelId="{8DCCD010-8812-4C53-80F8-3EC7A5D96EDC}" type="presParOf" srcId="{4419A594-7865-4A89-A09C-264A6143CC29}" destId="{1F8968D6-5BDC-4B94-ABF8-F55EA616A964}" srcOrd="3" destOrd="0" presId="urn:microsoft.com/office/officeart/2024/3/layout/hArchList1"/>
    <dgm:cxn modelId="{99E86C62-F0B1-4B88-A723-32656A00EE6D}" type="presParOf" srcId="{4419A594-7865-4A89-A09C-264A6143CC29}" destId="{478B74B7-4763-4088-BD97-C80913401B63}" srcOrd="4" destOrd="0" presId="urn:microsoft.com/office/officeart/2024/3/layout/hArchList1"/>
    <dgm:cxn modelId="{483132DC-B9CA-44D8-9464-51E9117A266D}" type="presParOf" srcId="{478B74B7-4763-4088-BD97-C80913401B63}" destId="{E111E272-058C-47EB-B570-93D33B95729A}" srcOrd="0" destOrd="0" presId="urn:microsoft.com/office/officeart/2024/3/layout/hArchList1"/>
    <dgm:cxn modelId="{6631570C-B1AA-4EF0-AD72-BDCAD4788448}" type="presParOf" srcId="{478B74B7-4763-4088-BD97-C80913401B63}" destId="{A53FEEDA-B0B6-45B3-AE00-AC949902F1EF}"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FE0D2C-7DEB-4737-9170-341BA38D4449}">
      <dsp:nvSpPr>
        <dsp:cNvPr id="0" name=""/>
        <dsp:cNvSpPr/>
      </dsp:nvSpPr>
      <dsp:spPr>
        <a:xfrm>
          <a:off x="0" y="0"/>
          <a:ext cx="1904999" cy="576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b="0" i="0" kern="1200" dirty="0"/>
            <a:t>Math Module Utilities</a:t>
          </a:r>
          <a:endParaRPr lang="en-US" sz="1700" kern="1200" dirty="0"/>
        </a:p>
      </dsp:txBody>
      <dsp:txXfrm>
        <a:off x="0" y="0"/>
        <a:ext cx="1904999" cy="576131"/>
      </dsp:txXfrm>
    </dsp:sp>
    <dsp:sp modelId="{0368AE3B-01DF-4EB1-B135-54E9B8E70994}">
      <dsp:nvSpPr>
        <dsp:cNvPr id="0" name=""/>
        <dsp:cNvSpPr/>
      </dsp:nvSpPr>
      <dsp:spPr>
        <a:xfrm>
          <a:off x="0" y="576131"/>
          <a:ext cx="1904999" cy="3359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b="0" i="0" kern="1200" dirty="0"/>
            <a:t>The math module enables complex calculations like trigonometric, logarithmic, and exponential functions essential for scientific computing.</a:t>
          </a:r>
          <a:endParaRPr lang="en-US" sz="1300" kern="1200" dirty="0"/>
        </a:p>
      </dsp:txBody>
      <dsp:txXfrm>
        <a:off x="0" y="576131"/>
        <a:ext cx="1904999" cy="3359298"/>
      </dsp:txXfrm>
    </dsp:sp>
    <dsp:sp modelId="{7E2CD3C9-FA04-411C-8150-90814CEDAFBD}">
      <dsp:nvSpPr>
        <dsp:cNvPr id="0" name=""/>
        <dsp:cNvSpPr/>
      </dsp:nvSpPr>
      <dsp:spPr>
        <a:xfrm>
          <a:off x="2095499" y="0"/>
          <a:ext cx="1904999" cy="576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b="0" i="0" kern="1200" dirty="0" err="1"/>
            <a:t>Tkinter</a:t>
          </a:r>
          <a:r>
            <a:rPr lang="en-US" sz="1700" b="0" i="0" kern="1200" dirty="0"/>
            <a:t> GUI Framework</a:t>
          </a:r>
          <a:endParaRPr lang="en-US" sz="1700" kern="1200" dirty="0"/>
        </a:p>
      </dsp:txBody>
      <dsp:txXfrm>
        <a:off x="2095499" y="0"/>
        <a:ext cx="1904999" cy="576131"/>
      </dsp:txXfrm>
    </dsp:sp>
    <dsp:sp modelId="{4BFC26CC-82DF-4CEF-ADBA-3C1A8F92DD7D}">
      <dsp:nvSpPr>
        <dsp:cNvPr id="0" name=""/>
        <dsp:cNvSpPr/>
      </dsp:nvSpPr>
      <dsp:spPr>
        <a:xfrm>
          <a:off x="2095499" y="576131"/>
          <a:ext cx="1904999" cy="3359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b="0" i="0" kern="1200" dirty="0" err="1"/>
            <a:t>Tkinter</a:t>
          </a:r>
          <a:r>
            <a:rPr lang="en-US" sz="1300" b="0" i="0" kern="1200" dirty="0"/>
            <a:t> provides tools to create interactive graphical user interfaces for user-friendly calculator operation.</a:t>
          </a:r>
          <a:endParaRPr lang="en-US" sz="1300" kern="1200" dirty="0"/>
        </a:p>
      </dsp:txBody>
      <dsp:txXfrm>
        <a:off x="2095499" y="576131"/>
        <a:ext cx="1904999" cy="3359298"/>
      </dsp:txXfrm>
    </dsp:sp>
    <dsp:sp modelId="{6C5D8893-A918-4764-9F92-AE77322AE6A0}">
      <dsp:nvSpPr>
        <dsp:cNvPr id="0" name=""/>
        <dsp:cNvSpPr/>
      </dsp:nvSpPr>
      <dsp:spPr>
        <a:xfrm>
          <a:off x="4190999" y="0"/>
          <a:ext cx="1904999" cy="576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b="0" i="0" kern="1200" dirty="0"/>
            <a:t>Error Handling with </a:t>
          </a:r>
          <a:r>
            <a:rPr lang="en-US" sz="1700" b="0" i="0" kern="1200" dirty="0" err="1"/>
            <a:t>Messagebox</a:t>
          </a:r>
          <a:endParaRPr lang="en-US" sz="1700" kern="1200" dirty="0"/>
        </a:p>
      </dsp:txBody>
      <dsp:txXfrm>
        <a:off x="4190999" y="0"/>
        <a:ext cx="1904999" cy="576131"/>
      </dsp:txXfrm>
    </dsp:sp>
    <dsp:sp modelId="{0976CD9A-1D23-43CC-91DA-6D9EC90DF69D}">
      <dsp:nvSpPr>
        <dsp:cNvPr id="0" name=""/>
        <dsp:cNvSpPr/>
      </dsp:nvSpPr>
      <dsp:spPr>
        <a:xfrm>
          <a:off x="4190999" y="576131"/>
          <a:ext cx="1904999" cy="3359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b="0" i="0" kern="1200" dirty="0"/>
            <a:t>The </a:t>
          </a:r>
          <a:r>
            <a:rPr lang="en-US" sz="1300" b="0" i="0" kern="1200" dirty="0" err="1"/>
            <a:t>tkinter.messagebox</a:t>
          </a:r>
          <a:r>
            <a:rPr lang="en-US" sz="1300" b="0" i="0" kern="1200" dirty="0"/>
            <a:t> module helps in displaying error messages and notifications for better user communication.</a:t>
          </a:r>
          <a:endParaRPr lang="en-US" sz="1300" kern="1200" dirty="0"/>
        </a:p>
      </dsp:txBody>
      <dsp:txXfrm>
        <a:off x="4190999" y="576131"/>
        <a:ext cx="1904999" cy="33592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A2FE23-E97A-4DCB-97A2-CE7F3CD1A403}">
      <dsp:nvSpPr>
        <dsp:cNvPr id="0" name=""/>
        <dsp:cNvSpPr/>
      </dsp:nvSpPr>
      <dsp:spPr>
        <a:xfrm>
          <a:off x="0" y="0"/>
          <a:ext cx="1951234" cy="6104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dirty="0"/>
            <a:t>Summary of Functionalities</a:t>
          </a:r>
          <a:endParaRPr lang="en-US" sz="1800" kern="1200" dirty="0"/>
        </a:p>
      </dsp:txBody>
      <dsp:txXfrm>
        <a:off x="0" y="0"/>
        <a:ext cx="1951234" cy="610426"/>
      </dsp:txXfrm>
    </dsp:sp>
    <dsp:sp modelId="{88313DA9-69A4-45D6-A888-43B9F666E9AB}">
      <dsp:nvSpPr>
        <dsp:cNvPr id="0" name=""/>
        <dsp:cNvSpPr/>
      </dsp:nvSpPr>
      <dsp:spPr>
        <a:xfrm>
          <a:off x="0" y="610426"/>
          <a:ext cx="1951234" cy="3784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b="0" i="0" kern="1200" dirty="0"/>
        </a:p>
        <a:p>
          <a:pPr marL="0" lvl="0" indent="0" algn="l" defTabSz="622300">
            <a:lnSpc>
              <a:spcPct val="100000"/>
            </a:lnSpc>
            <a:spcBef>
              <a:spcPct val="0"/>
            </a:spcBef>
            <a:spcAft>
              <a:spcPct val="35000"/>
            </a:spcAft>
            <a:buNone/>
          </a:pPr>
          <a:r>
            <a:rPr lang="en-US" sz="1400" b="0" i="0" kern="1200" dirty="0"/>
            <a:t>The calculator supports basic arithmetic and advanced math operations using Python libraries like math, </a:t>
          </a:r>
          <a:r>
            <a:rPr lang="en-US" sz="1400" b="0" i="0" kern="1200" dirty="0" err="1"/>
            <a:t>numpy</a:t>
          </a:r>
          <a:r>
            <a:rPr lang="en-US" sz="1400" b="0" i="0" kern="1200" dirty="0"/>
            <a:t> and </a:t>
          </a:r>
          <a:r>
            <a:rPr lang="en-US" sz="1400" b="0" i="0" kern="1200" dirty="0" err="1"/>
            <a:t>Tkinter</a:t>
          </a:r>
          <a:r>
            <a:rPr lang="en-US" sz="1400" b="0" i="0" kern="1200" dirty="0"/>
            <a:t>.</a:t>
          </a:r>
          <a:endParaRPr lang="en-US" sz="1400" kern="1200" dirty="0"/>
        </a:p>
      </dsp:txBody>
      <dsp:txXfrm>
        <a:off x="0" y="610426"/>
        <a:ext cx="1951234" cy="3784693"/>
      </dsp:txXfrm>
    </dsp:sp>
    <dsp:sp modelId="{5C172499-EC6F-4AAA-906C-0EA5D6A271C6}">
      <dsp:nvSpPr>
        <dsp:cNvPr id="0" name=""/>
        <dsp:cNvSpPr/>
      </dsp:nvSpPr>
      <dsp:spPr>
        <a:xfrm>
          <a:off x="2146357" y="0"/>
          <a:ext cx="1951234" cy="6104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Role of Python Libraries</a:t>
          </a:r>
          <a:endParaRPr lang="en-US" sz="1800" kern="1200"/>
        </a:p>
      </dsp:txBody>
      <dsp:txXfrm>
        <a:off x="2146357" y="0"/>
        <a:ext cx="1951234" cy="610426"/>
      </dsp:txXfrm>
    </dsp:sp>
    <dsp:sp modelId="{F885F5CD-D97C-4C3F-9A96-88543BCD4140}">
      <dsp:nvSpPr>
        <dsp:cNvPr id="0" name=""/>
        <dsp:cNvSpPr/>
      </dsp:nvSpPr>
      <dsp:spPr>
        <a:xfrm>
          <a:off x="2146357" y="610426"/>
          <a:ext cx="1951234" cy="3784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b="0" i="0" kern="1200" dirty="0"/>
        </a:p>
        <a:p>
          <a:pPr marL="0" lvl="0" indent="0" algn="l" defTabSz="622300">
            <a:lnSpc>
              <a:spcPct val="100000"/>
            </a:lnSpc>
            <a:spcBef>
              <a:spcPct val="0"/>
            </a:spcBef>
            <a:spcAft>
              <a:spcPct val="35000"/>
            </a:spcAft>
            <a:buNone/>
          </a:pPr>
          <a:r>
            <a:rPr lang="en-US" sz="1400" b="0" i="0" kern="1200" dirty="0"/>
            <a:t>Libraries such as math and </a:t>
          </a:r>
          <a:r>
            <a:rPr lang="en-US" sz="1400" b="0" i="0" kern="1200" dirty="0" err="1"/>
            <a:t>Tkinter</a:t>
          </a:r>
          <a:r>
            <a:rPr lang="en-US" sz="1400" b="0" i="0" kern="1200" dirty="0"/>
            <a:t> simplify the development process and enhance calculator capabilities.</a:t>
          </a:r>
          <a:endParaRPr lang="en-US" sz="1400" kern="1200" dirty="0"/>
        </a:p>
      </dsp:txBody>
      <dsp:txXfrm>
        <a:off x="2146357" y="610426"/>
        <a:ext cx="1951234" cy="3784693"/>
      </dsp:txXfrm>
    </dsp:sp>
    <dsp:sp modelId="{E111E272-058C-47EB-B570-93D33B95729A}">
      <dsp:nvSpPr>
        <dsp:cNvPr id="0" name=""/>
        <dsp:cNvSpPr/>
      </dsp:nvSpPr>
      <dsp:spPr>
        <a:xfrm>
          <a:off x="4292715" y="0"/>
          <a:ext cx="2688723" cy="6104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dirty="0"/>
            <a:t>Future Enhancements Roadmap</a:t>
          </a:r>
          <a:endParaRPr lang="en-US" sz="1800" kern="1200" dirty="0"/>
        </a:p>
      </dsp:txBody>
      <dsp:txXfrm>
        <a:off x="4292715" y="0"/>
        <a:ext cx="2688723" cy="610426"/>
      </dsp:txXfrm>
    </dsp:sp>
    <dsp:sp modelId="{A53FEEDA-B0B6-45B3-AE00-AC949902F1EF}">
      <dsp:nvSpPr>
        <dsp:cNvPr id="0" name=""/>
        <dsp:cNvSpPr/>
      </dsp:nvSpPr>
      <dsp:spPr>
        <a:xfrm>
          <a:off x="4419594" y="610426"/>
          <a:ext cx="2434964" cy="3784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b="0" i="0" kern="1200" dirty="0"/>
        </a:p>
        <a:p>
          <a:pPr marL="0" lvl="0" indent="0" algn="l" defTabSz="622300">
            <a:lnSpc>
              <a:spcPct val="100000"/>
            </a:lnSpc>
            <a:spcBef>
              <a:spcPct val="0"/>
            </a:spcBef>
            <a:spcAft>
              <a:spcPct val="35000"/>
            </a:spcAft>
            <a:buNone/>
          </a:pPr>
          <a:r>
            <a:rPr lang="en-US" sz="1400" b="0" i="0" kern="1200" dirty="0"/>
            <a:t>Plans include </a:t>
          </a:r>
        </a:p>
        <a:p>
          <a:pPr marL="0" lvl="0" indent="0" algn="l" defTabSz="622300">
            <a:lnSpc>
              <a:spcPct val="100000"/>
            </a:lnSpc>
            <a:spcBef>
              <a:spcPct val="0"/>
            </a:spcBef>
            <a:spcAft>
              <a:spcPct val="35000"/>
            </a:spcAft>
            <a:buNone/>
          </a:pPr>
          <a:r>
            <a:rPr lang="en-US" sz="1400" b="0" i="0" kern="1200" dirty="0"/>
            <a:t>1. adding memory storage, 2. history tracking, </a:t>
          </a:r>
        </a:p>
        <a:p>
          <a:pPr marL="0" lvl="0" indent="0" algn="l" defTabSz="622300">
            <a:lnSpc>
              <a:spcPct val="100000"/>
            </a:lnSpc>
            <a:spcBef>
              <a:spcPct val="0"/>
            </a:spcBef>
            <a:spcAft>
              <a:spcPct val="35000"/>
            </a:spcAft>
            <a:buNone/>
          </a:pPr>
          <a:r>
            <a:rPr lang="en-US" sz="1400" b="0" i="0" kern="1200" dirty="0"/>
            <a:t>3. improved error handling for better usability.</a:t>
          </a:r>
        </a:p>
        <a:p>
          <a:pPr marL="0" lvl="0" indent="0" algn="l" defTabSz="622300">
            <a:lnSpc>
              <a:spcPct val="100000"/>
            </a:lnSpc>
            <a:spcBef>
              <a:spcPct val="0"/>
            </a:spcBef>
            <a:spcAft>
              <a:spcPct val="35000"/>
            </a:spcAft>
            <a:buNone/>
          </a:pPr>
          <a:r>
            <a:rPr lang="en-US" sz="1400" kern="1200" dirty="0"/>
            <a:t>4. More Flexible UI design</a:t>
          </a:r>
        </a:p>
        <a:p>
          <a:pPr marL="0" lvl="0" indent="0" algn="l" defTabSz="622300">
            <a:lnSpc>
              <a:spcPct val="100000"/>
            </a:lnSpc>
            <a:spcBef>
              <a:spcPct val="0"/>
            </a:spcBef>
            <a:spcAft>
              <a:spcPct val="35000"/>
            </a:spcAft>
            <a:buNone/>
          </a:pPr>
          <a:r>
            <a:rPr lang="en-US" sz="1400" kern="1200" dirty="0"/>
            <a:t>5. Using functions handling multiple variables.</a:t>
          </a:r>
        </a:p>
      </dsp:txBody>
      <dsp:txXfrm>
        <a:off x="4419594" y="610426"/>
        <a:ext cx="2434964" cy="3784693"/>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12/13/2025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094537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https://www.slideshare.net/slideshow/creating-a-tkinter-python-calculator-pptx/272937160
The presentation begins with a visually appealing title slide introducing the project: 'Scientific Calculator Using Python.' This slide should include the names of the team members involved in the project, such as Ayush Bariar, Digvijay Chavan, Rakesh Yadav, and Himanshu Maitry. The purpose of this slide is to set the stage for the audience by clearly stating the topic and acknowledging the contributors. A visually engaging design with a clean background, bold fonts, and relevant imagery like a Python logo or a calculator graphic will help capture attention. The introduction will briefly explain the significance of scientific calculators in solving complex mathematical problems and why Python is an ideal language for building such tools. Python offers simplicity, versatility, and powerful libraries that make implementing advanced mathematical functions straightforward. This section will also highlight the practical applications of scientific calculators in education, engineering, and research, emphasizing their role in enhancing productivity and accuracy. By using Python, developers can create customizable calculators that handle trigonometric, logarithmic, and exponential functions efficiently. The introduction sets the tone for the rest of the presentation, ensuring the audience understands the objectives and the value of the project.
</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1352114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https://www.slideshare.net/slideshow/creating-a-tkinter-python-calculator-pptx/272937160
A scientific calculator is a specialized tool designed to perform advanced mathematical operations beyond basic arithmetic. It can handle trigonometric, logarithmic, and exponential functions, making it indispensable for students, engineers, and scientists. Python is an excellent choice for building such calculators due to its simplicity, readability, and extensive library support. The introduction will explain how Python's math module provides functions for complex calculations and how Tkinter enables the creation of a graphical user interface for better user interaction. This section will also discuss the advantages of using Python over traditional calculator hardware, such as flexibility, scalability, and the ability to integrate additional features like memory storage and error handling. By leveraging Python, developers can create a robust and user-friendly scientific calculator that meets diverse computational needs.
</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1160119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https://www.slideshare.net/slideshow/creating-a-tkinter-python-calculator-pptx/272937160
The development of a scientific calculator in Python relies on several key libraries. The math module is essential for performing advanced mathematical operations, including trigonometric, logarithmic, and exponential functions. Tkinter is used to create a graphical user interface, allowing users to interact with the calculator through buttons and display screens rather than text-based commands. Additional libraries like tkinter.messagebox can be employed for error handling and user notifications. This section will provide an overview of these libraries, explaining their roles and functionalities. Visual elements such as library logos and code snippets will be included to enhance understanding. By using these libraries, developers can build a calculator that is both functional and visually appealing, offering a seamless user experience.
</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3912069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Image source: Microsoft 365 content library
Focusing on calculator output ensures accuracy in problem-solving by verifying each calculated result. It helps identify potential errors early, reducing mistakes in the final answer. Additionally, reviewing calculator output allows for better understanding of numerical relationships and can enhance overall mathematical skills.</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2577258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https://www.slideshare.net/slideshow/creating-a-tkinter-python-calculator-pptx/272937160
Beyond basic arithmetic, scientific calculators must support advanced mathematical functions such as trigonometric calculations (sine, cosine, tangent), logarithmic operations, and exponentiation. This section will explain how these functions are implemented using Python's math module and integrated into the calculator's interface through </a:t>
            </a:r>
            <a:r>
              <a:rPr lang="en-US" dirty="0" err="1"/>
              <a:t>Tkinter</a:t>
            </a:r>
            <a:r>
              <a:rPr lang="en-US" dirty="0"/>
              <a:t>. Code examples will be provided to illustrate the implementation, and animated graphics will depict the mathematical concepts for better comprehension. By incorporating these advanced features, the calculator becomes a powerful tool capable of handling a wide range of computational tasks.
</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407347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https://www.slideshare.net/slideshow/creating-a-tkinter-python-calculator-pptx/272937160
The conclusion will summarize the key points covered in the presentation, reinforcing the importance of scientific calculators and the advantages of implementing them using Python. It will highlight the functionalities achieved, including basic arithmetic and advanced mathematical operations, and the role of libraries like math and Tkinter in simplifying development. The roadmap for future enhancements will suggest adding features such as memory storage, history tracking, and error handling improvements. Visual elements like a timeline graphic will illustrate these future plans, providing a clear vision for the continued evolution of the project.
</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1143291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4"/>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8F89D142-48C7-4B2F-15DD-C1AA8B74CEA7}"/>
              </a:ext>
            </a:extLst>
          </p:cNvPr>
          <p:cNvSpPr/>
          <p:nvPr userDrawn="1"/>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7">
            <a:extLst>
              <a:ext uri="{FF2B5EF4-FFF2-40B4-BE49-F238E27FC236}">
                <a16:creationId xmlns:a16="http://schemas.microsoft.com/office/drawing/2014/main" id="{ABB81958-D94B-B3A5-BE29-F93DD5E2EDB2}"/>
              </a:ext>
            </a:extLst>
          </p:cNvPr>
          <p:cNvSpPr/>
          <p:nvPr userDrawn="1"/>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6B80D1EA-D037-BD68-F8A9-BA26026B7724}"/>
              </a:ext>
            </a:extLst>
          </p:cNvPr>
          <p:cNvSpPr/>
          <p:nvPr userDrawn="1"/>
        </p:nvSpPr>
        <p:spPr>
          <a:xfrm rot="20019298">
            <a:off x="5127522" y="-88436"/>
            <a:ext cx="4005435"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2164793"/>
            <a:ext cx="9677400" cy="4179161"/>
          </a:xfrm>
        </p:spPr>
        <p:txBody>
          <a:bodyPr vert="horz" lIns="91440" tIns="45720" rIns="91440" bIns="45720" rtlCol="0" anchor="b">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889246" y="548640"/>
            <a:ext cx="7769354" cy="1200698"/>
          </a:xfrm>
        </p:spPr>
        <p:txBody>
          <a:bodyPr vert="horz" lIns="91440" tIns="45720" rIns="91440" bIns="45720" rtlCol="0" anchor="t">
            <a:normAutofit/>
          </a:bodyPr>
          <a:lstStyle>
            <a:lvl1pPr marL="0" indent="0" algn="r">
              <a:buNone/>
              <a:defRPr lang="en-US" sz="20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EA5D59-5512-467D-834D-D04827A6AF83}" type="datetime1">
              <a:rPr lang="en-US" smtClean="0"/>
              <a:t>12/13/2025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42362D5-E350-46C5-8BB1-F9E806A91933}" type="datetime1">
              <a:rPr lang="en-US" smtClean="0"/>
              <a:t>12/13/2025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4"/>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7F1247F-6CA3-A0AC-44A6-A1DB2B11FED7}"/>
              </a:ext>
            </a:extLst>
          </p:cNvPr>
          <p:cNvGrpSpPr/>
          <p:nvPr userDrawn="1"/>
        </p:nvGrpSpPr>
        <p:grpSpPr>
          <a:xfrm>
            <a:off x="152400" y="-88436"/>
            <a:ext cx="11887200" cy="7037751"/>
            <a:chOff x="152400" y="-88436"/>
            <a:chExt cx="11887200" cy="7037751"/>
          </a:xfrm>
          <a:noFill/>
        </p:grpSpPr>
        <p:sp>
          <p:nvSpPr>
            <p:cNvPr id="8" name="Freeform 7">
              <a:extLst>
                <a:ext uri="{FF2B5EF4-FFF2-40B4-BE49-F238E27FC236}">
                  <a16:creationId xmlns:a16="http://schemas.microsoft.com/office/drawing/2014/main" id="{19E09CAD-312F-EC22-A135-F4D4DC77F355}"/>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C775823C-2B12-145A-6F6C-312613D93F42}"/>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5CBAB5CD-BDAA-735F-6FCD-CEFB5E869335}"/>
                </a:ext>
              </a:extLst>
            </p:cNvPr>
            <p:cNvSpPr/>
            <p:nvPr/>
          </p:nvSpPr>
          <p:spPr>
            <a:xfrm rot="20019298">
              <a:off x="5127522" y="-88436"/>
              <a:ext cx="4005435" cy="7037751"/>
            </a:xfrm>
            <a:prstGeom prst="ellipse">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533400"/>
            <a:ext cx="9220200" cy="2878667"/>
          </a:xfrm>
        </p:spPr>
        <p:txBody>
          <a:bodyPr vert="horz" lIns="91440" tIns="45720" rIns="91440" bIns="45720" rtlCol="0" anchor="t">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1" y="5309616"/>
            <a:ext cx="7391400" cy="1014984"/>
          </a:xfrm>
        </p:spPr>
        <p:txBody>
          <a:bodyPr vert="horz" lIns="91440" tIns="45720" rIns="91440" bIns="45720" rtlCol="0" anchor="b">
            <a:normAutofit/>
          </a:bodyPr>
          <a:lstStyle>
            <a:lvl1pPr marL="0" indent="0">
              <a:buNone/>
              <a:defRPr lang="en-US" sz="20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43955"/>
            <a:ext cx="2884652"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014DD65C-314F-4399-90A8-B6DFCAF21BE4}" type="datetime1">
              <a:rPr lang="en-US" smtClean="0"/>
              <a:t>12/13/2025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357190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F1C229C-CC40-78E3-EF09-D33D172EBA74}"/>
              </a:ext>
            </a:extLst>
          </p:cNvPr>
          <p:cNvGrpSpPr/>
          <p:nvPr userDrawn="1"/>
        </p:nvGrpSpPr>
        <p:grpSpPr>
          <a:xfrm>
            <a:off x="1676400" y="27214"/>
            <a:ext cx="10363200" cy="3503886"/>
            <a:chOff x="1676400" y="27214"/>
            <a:chExt cx="10363200" cy="3503886"/>
          </a:xfrm>
        </p:grpSpPr>
        <p:sp>
          <p:nvSpPr>
            <p:cNvPr id="11" name="Freeform 10">
              <a:extLst>
                <a:ext uri="{FF2B5EF4-FFF2-40B4-BE49-F238E27FC236}">
                  <a16:creationId xmlns:a16="http://schemas.microsoft.com/office/drawing/2014/main" id="{17110133-C49E-4F8A-5C70-4F73E7B1FB64}"/>
                </a:ext>
              </a:extLst>
            </p:cNvPr>
            <p:cNvSpPr/>
            <p:nvPr/>
          </p:nvSpPr>
          <p:spPr>
            <a:xfrm>
              <a:off x="7176225" y="145360"/>
              <a:ext cx="4863375" cy="3258268"/>
            </a:xfrm>
            <a:custGeom>
              <a:avLst/>
              <a:gdLst>
                <a:gd name="connsiteX0" fmla="*/ 1609014 w 4863375"/>
                <a:gd name="connsiteY0" fmla="*/ 0 h 3258268"/>
                <a:gd name="connsiteX1" fmla="*/ 1629134 w 4863375"/>
                <a:gd name="connsiteY1" fmla="*/ 0 h 3258268"/>
                <a:gd name="connsiteX2" fmla="*/ 4863375 w 4863375"/>
                <a:gd name="connsiteY2" fmla="*/ 0 h 3258268"/>
                <a:gd name="connsiteX3" fmla="*/ 4863375 w 4863375"/>
                <a:gd name="connsiteY3" fmla="*/ 3258268 h 3258268"/>
                <a:gd name="connsiteX4" fmla="*/ 1629134 w 4863375"/>
                <a:gd name="connsiteY4" fmla="*/ 3258268 h 3258268"/>
                <a:gd name="connsiteX5" fmla="*/ 1609014 w 4863375"/>
                <a:gd name="connsiteY5" fmla="*/ 3258268 h 3258268"/>
                <a:gd name="connsiteX6" fmla="*/ 1609014 w 4863375"/>
                <a:gd name="connsiteY6" fmla="*/ 3257253 h 3258268"/>
                <a:gd name="connsiteX7" fmla="*/ 1462564 w 4863375"/>
                <a:gd name="connsiteY7" fmla="*/ 3249858 h 3258268"/>
                <a:gd name="connsiteX8" fmla="*/ 0 w 4863375"/>
                <a:gd name="connsiteY8" fmla="*/ 1629134 h 3258268"/>
                <a:gd name="connsiteX9" fmla="*/ 1462564 w 4863375"/>
                <a:gd name="connsiteY9" fmla="*/ 8412 h 3258268"/>
                <a:gd name="connsiteX10" fmla="*/ 1609014 w 4863375"/>
                <a:gd name="connsiteY10" fmla="*/ 1017 h 325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63375" h="3258268">
                  <a:moveTo>
                    <a:pt x="1609014" y="0"/>
                  </a:moveTo>
                  <a:lnTo>
                    <a:pt x="1629134" y="0"/>
                  </a:lnTo>
                  <a:lnTo>
                    <a:pt x="4863375" y="0"/>
                  </a:lnTo>
                  <a:lnTo>
                    <a:pt x="4863375" y="3258268"/>
                  </a:lnTo>
                  <a:lnTo>
                    <a:pt x="1629134" y="3258268"/>
                  </a:lnTo>
                  <a:lnTo>
                    <a:pt x="1609014" y="3258268"/>
                  </a:lnTo>
                  <a:lnTo>
                    <a:pt x="1609014" y="3257253"/>
                  </a:lnTo>
                  <a:lnTo>
                    <a:pt x="1462564" y="3249858"/>
                  </a:lnTo>
                  <a:cubicBezTo>
                    <a:pt x="641063" y="3166430"/>
                    <a:pt x="0" y="2472647"/>
                    <a:pt x="0" y="1629134"/>
                  </a:cubicBezTo>
                  <a:cubicBezTo>
                    <a:pt x="0" y="785623"/>
                    <a:pt x="641063" y="91840"/>
                    <a:pt x="1462564" y="8412"/>
                  </a:cubicBezTo>
                  <a:lnTo>
                    <a:pt x="1609014" y="101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Oval 11">
              <a:extLst>
                <a:ext uri="{FF2B5EF4-FFF2-40B4-BE49-F238E27FC236}">
                  <a16:creationId xmlns:a16="http://schemas.microsoft.com/office/drawing/2014/main" id="{E406EDD3-4B01-5C9C-FD33-832E34854042}"/>
                </a:ext>
              </a:extLst>
            </p:cNvPr>
            <p:cNvSpPr/>
            <p:nvPr/>
          </p:nvSpPr>
          <p:spPr>
            <a:xfrm flipH="1">
              <a:off x="1676400" y="145359"/>
              <a:ext cx="3258268" cy="325826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4D76441-A991-64F2-3817-18A222737193}"/>
                </a:ext>
              </a:extLst>
            </p:cNvPr>
            <p:cNvSpPr/>
            <p:nvPr/>
          </p:nvSpPr>
          <p:spPr>
            <a:xfrm rot="1580702" flipH="1">
              <a:off x="5058353" y="27214"/>
              <a:ext cx="1994186" cy="350388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3403627"/>
            <a:ext cx="9448800" cy="2940327"/>
          </a:xfrm>
        </p:spPr>
        <p:txBody>
          <a:bodyPr vert="horz" lIns="91440" tIns="45720" rIns="91440" bIns="45720" rtlCol="0" anchor="b">
            <a:normAutofit/>
          </a:bodyPr>
          <a:lstStyle>
            <a:lvl1pPr>
              <a:defRPr lang="en-US" sz="4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077200" y="548639"/>
            <a:ext cx="3581400" cy="2466989"/>
          </a:xfrm>
        </p:spPr>
        <p:txBody>
          <a:bodyPr vert="horz" lIns="91440" tIns="45720" rIns="91440" bIns="45720" rtlCol="0" anchor="t">
            <a:normAutofit/>
          </a:bodyPr>
          <a:lstStyle>
            <a:lvl1pPr marL="0" indent="0" algn="r">
              <a:buNone/>
              <a:defRPr lang="en-US" sz="20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EA5D59-5512-467D-834D-D04827A6AF83}" type="datetime1">
              <a:rPr lang="en-US" smtClean="0"/>
              <a:t>12/13/2025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3611907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4">
    <p:bg>
      <p:bgPr>
        <a:solidFill>
          <a:schemeClr val="accent4"/>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40C6F76-7FFF-BBCB-356F-D54FBAC9B65A}"/>
              </a:ext>
            </a:extLst>
          </p:cNvPr>
          <p:cNvGrpSpPr/>
          <p:nvPr userDrawn="1"/>
        </p:nvGrpSpPr>
        <p:grpSpPr>
          <a:xfrm>
            <a:off x="4495800" y="3354114"/>
            <a:ext cx="7543800" cy="3503886"/>
            <a:chOff x="4495800" y="3354114"/>
            <a:chExt cx="7543800" cy="3503886"/>
          </a:xfrm>
        </p:grpSpPr>
        <p:sp>
          <p:nvSpPr>
            <p:cNvPr id="12" name="Freeform 11">
              <a:extLst>
                <a:ext uri="{FF2B5EF4-FFF2-40B4-BE49-F238E27FC236}">
                  <a16:creationId xmlns:a16="http://schemas.microsoft.com/office/drawing/2014/main" id="{23018458-6D25-D4AB-A1C0-2D566A768FA1}"/>
                </a:ext>
              </a:extLst>
            </p:cNvPr>
            <p:cNvSpPr/>
            <p:nvPr/>
          </p:nvSpPr>
          <p:spPr>
            <a:xfrm>
              <a:off x="9995625" y="3472260"/>
              <a:ext cx="2043975" cy="3258268"/>
            </a:xfrm>
            <a:custGeom>
              <a:avLst/>
              <a:gdLst>
                <a:gd name="connsiteX0" fmla="*/ 1609014 w 2043975"/>
                <a:gd name="connsiteY0" fmla="*/ 0 h 3258268"/>
                <a:gd name="connsiteX1" fmla="*/ 1629134 w 2043975"/>
                <a:gd name="connsiteY1" fmla="*/ 0 h 3258268"/>
                <a:gd name="connsiteX2" fmla="*/ 2043975 w 2043975"/>
                <a:gd name="connsiteY2" fmla="*/ 0 h 3258268"/>
                <a:gd name="connsiteX3" fmla="*/ 2043975 w 2043975"/>
                <a:gd name="connsiteY3" fmla="*/ 3258268 h 3258268"/>
                <a:gd name="connsiteX4" fmla="*/ 1629134 w 2043975"/>
                <a:gd name="connsiteY4" fmla="*/ 3258268 h 3258268"/>
                <a:gd name="connsiteX5" fmla="*/ 1609014 w 2043975"/>
                <a:gd name="connsiteY5" fmla="*/ 3258268 h 3258268"/>
                <a:gd name="connsiteX6" fmla="*/ 1609014 w 2043975"/>
                <a:gd name="connsiteY6" fmla="*/ 3257253 h 3258268"/>
                <a:gd name="connsiteX7" fmla="*/ 1462564 w 2043975"/>
                <a:gd name="connsiteY7" fmla="*/ 3249857 h 3258268"/>
                <a:gd name="connsiteX8" fmla="*/ 0 w 2043975"/>
                <a:gd name="connsiteY8" fmla="*/ 1629134 h 3258268"/>
                <a:gd name="connsiteX9" fmla="*/ 1462564 w 2043975"/>
                <a:gd name="connsiteY9" fmla="*/ 8412 h 3258268"/>
                <a:gd name="connsiteX10" fmla="*/ 1609014 w 2043975"/>
                <a:gd name="connsiteY10" fmla="*/ 1017 h 325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975" h="3258268">
                  <a:moveTo>
                    <a:pt x="1609014" y="0"/>
                  </a:moveTo>
                  <a:lnTo>
                    <a:pt x="1629134" y="0"/>
                  </a:lnTo>
                  <a:lnTo>
                    <a:pt x="2043975" y="0"/>
                  </a:lnTo>
                  <a:lnTo>
                    <a:pt x="2043975" y="3258268"/>
                  </a:lnTo>
                  <a:lnTo>
                    <a:pt x="1629134" y="3258268"/>
                  </a:lnTo>
                  <a:lnTo>
                    <a:pt x="1609014" y="3258268"/>
                  </a:lnTo>
                  <a:lnTo>
                    <a:pt x="1609014" y="3257253"/>
                  </a:lnTo>
                  <a:lnTo>
                    <a:pt x="1462564" y="3249857"/>
                  </a:lnTo>
                  <a:cubicBezTo>
                    <a:pt x="641063" y="3166430"/>
                    <a:pt x="0" y="2472646"/>
                    <a:pt x="0" y="1629134"/>
                  </a:cubicBezTo>
                  <a:cubicBezTo>
                    <a:pt x="0" y="785623"/>
                    <a:pt x="641063" y="91840"/>
                    <a:pt x="1462564" y="8412"/>
                  </a:cubicBezTo>
                  <a:lnTo>
                    <a:pt x="1609014" y="101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Oval 12">
              <a:extLst>
                <a:ext uri="{FF2B5EF4-FFF2-40B4-BE49-F238E27FC236}">
                  <a16:creationId xmlns:a16="http://schemas.microsoft.com/office/drawing/2014/main" id="{7DE2CF7B-83B2-5FF4-641F-E25003A0463F}"/>
                </a:ext>
              </a:extLst>
            </p:cNvPr>
            <p:cNvSpPr/>
            <p:nvPr/>
          </p:nvSpPr>
          <p:spPr>
            <a:xfrm flipH="1">
              <a:off x="4495800" y="3472259"/>
              <a:ext cx="3258268" cy="325826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B82F94A-A375-7823-13FA-487823C8B90D}"/>
                </a:ext>
              </a:extLst>
            </p:cNvPr>
            <p:cNvSpPr/>
            <p:nvPr/>
          </p:nvSpPr>
          <p:spPr>
            <a:xfrm rot="1580702" flipH="1">
              <a:off x="7877753" y="3354114"/>
              <a:ext cx="1994186" cy="350388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533400"/>
            <a:ext cx="9220200" cy="2878667"/>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1" y="5309616"/>
            <a:ext cx="7391400" cy="1014984"/>
          </a:xfrm>
        </p:spPr>
        <p:txBody>
          <a:bodyPr vert="horz" lIns="91440" tIns="45720" rIns="91440" bIns="45720" rtlCol="0" anchor="b">
            <a:normAutofit/>
          </a:bodyPr>
          <a:lstStyle>
            <a:lvl1pPr marL="0" indent="0">
              <a:buNone/>
              <a:defRPr lang="en-US" sz="20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43955"/>
            <a:ext cx="2884652"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014DD65C-314F-4399-90A8-B6DFCAF21BE4}" type="datetime1">
              <a:rPr lang="en-US" smtClean="0"/>
              <a:t>12/13/2025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41353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5">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73E250E-A5E8-BF40-545A-BB98E831F423}"/>
              </a:ext>
            </a:extLst>
          </p:cNvPr>
          <p:cNvGrpSpPr/>
          <p:nvPr userDrawn="1"/>
        </p:nvGrpSpPr>
        <p:grpSpPr>
          <a:xfrm>
            <a:off x="152400" y="-88436"/>
            <a:ext cx="11887200" cy="7037751"/>
            <a:chOff x="152400" y="-88436"/>
            <a:chExt cx="11887200" cy="7037751"/>
          </a:xfrm>
        </p:grpSpPr>
        <p:sp>
          <p:nvSpPr>
            <p:cNvPr id="7" name="Freeform 6">
              <a:extLst>
                <a:ext uri="{FF2B5EF4-FFF2-40B4-BE49-F238E27FC236}">
                  <a16:creationId xmlns:a16="http://schemas.microsoft.com/office/drawing/2014/main" id="{8F89D142-48C7-4B2F-15DD-C1AA8B74CEA7}"/>
                </a:ext>
              </a:extLst>
            </p:cNvPr>
            <p:cNvSpPr/>
            <p:nvPr userDrawn="1"/>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7">
              <a:extLst>
                <a:ext uri="{FF2B5EF4-FFF2-40B4-BE49-F238E27FC236}">
                  <a16:creationId xmlns:a16="http://schemas.microsoft.com/office/drawing/2014/main" id="{ABB81958-D94B-B3A5-BE29-F93DD5E2EDB2}"/>
                </a:ext>
              </a:extLst>
            </p:cNvPr>
            <p:cNvSpPr/>
            <p:nvPr userDrawn="1"/>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6B80D1EA-D037-BD68-F8A9-BA26026B7724}"/>
                </a:ext>
              </a:extLst>
            </p:cNvPr>
            <p:cNvSpPr/>
            <p:nvPr userDrawn="1"/>
          </p:nvSpPr>
          <p:spPr>
            <a:xfrm rot="20019298">
              <a:off x="5127522" y="-88436"/>
              <a:ext cx="4005435"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47800" y="1701789"/>
            <a:ext cx="9296400" cy="2377440"/>
          </a:xfrm>
        </p:spPr>
        <p:txBody>
          <a:bodyPr vert="horz" lIns="91440" tIns="45720" rIns="91440" bIns="45720" rtlCol="0" anchor="b">
            <a:normAutofit/>
          </a:bodyPr>
          <a:lstStyle>
            <a:lvl1pPr algn="ct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240" y="4496731"/>
            <a:ext cx="7589520" cy="1033272"/>
          </a:xfrm>
        </p:spPr>
        <p:txBody>
          <a:bodyPr vert="horz" lIns="91440" tIns="45720" rIns="91440" bIns="45720" rtlCol="0" anchor="t">
            <a:normAutofit/>
          </a:bodyPr>
          <a:lstStyle>
            <a:lvl1pPr marL="0" indent="0" algn="ctr">
              <a:buNone/>
              <a:defRPr lang="en-US" sz="20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EA5D59-5512-467D-834D-D04827A6AF83}" type="datetime1">
              <a:rPr lang="en-US" smtClean="0"/>
              <a:t>12/13/2025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191606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accent4">
            <a:lumMod val="60000"/>
            <a:lumOff val="40000"/>
          </a:schemeClr>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DE8BB56F-23F5-F445-3142-A9C8AB965DCB}"/>
              </a:ext>
            </a:extLst>
          </p:cNvPr>
          <p:cNvGrpSpPr/>
          <p:nvPr userDrawn="1"/>
        </p:nvGrpSpPr>
        <p:grpSpPr>
          <a:xfrm>
            <a:off x="152400" y="13855"/>
            <a:ext cx="3897198" cy="5072811"/>
            <a:chOff x="152400" y="13855"/>
            <a:chExt cx="3897198" cy="5072811"/>
          </a:xfrm>
          <a:solidFill>
            <a:schemeClr val="accent4">
              <a:lumMod val="20000"/>
              <a:lumOff val="80000"/>
            </a:schemeClr>
          </a:solidFill>
        </p:grpSpPr>
        <p:sp>
          <p:nvSpPr>
            <p:cNvPr id="17" name="Freeform 16">
              <a:extLst>
                <a:ext uri="{FF2B5EF4-FFF2-40B4-BE49-F238E27FC236}">
                  <a16:creationId xmlns:a16="http://schemas.microsoft.com/office/drawing/2014/main" id="{5D56D786-0245-0C22-2AA6-2D7C9C450ABB}"/>
                </a:ext>
              </a:extLst>
            </p:cNvPr>
            <p:cNvSpPr/>
            <p:nvPr/>
          </p:nvSpPr>
          <p:spPr>
            <a:xfrm flipH="1">
              <a:off x="152400" y="748306"/>
              <a:ext cx="831013" cy="3590407"/>
            </a:xfrm>
            <a:custGeom>
              <a:avLst/>
              <a:gdLst>
                <a:gd name="connsiteX0" fmla="*/ 831013 w 831013"/>
                <a:gd name="connsiteY0" fmla="*/ 0 h 3590407"/>
                <a:gd name="connsiteX1" fmla="*/ 690820 w 831013"/>
                <a:gd name="connsiteY1" fmla="*/ 127416 h 3590407"/>
                <a:gd name="connsiteX2" fmla="*/ 0 w 831013"/>
                <a:gd name="connsiteY2" fmla="*/ 1795203 h 3590407"/>
                <a:gd name="connsiteX3" fmla="*/ 690820 w 831013"/>
                <a:gd name="connsiteY3" fmla="*/ 3462990 h 3590407"/>
                <a:gd name="connsiteX4" fmla="*/ 831013 w 831013"/>
                <a:gd name="connsiteY4" fmla="*/ 3590407 h 359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013" h="3590407">
                  <a:moveTo>
                    <a:pt x="831013" y="0"/>
                  </a:moveTo>
                  <a:lnTo>
                    <a:pt x="690820" y="127416"/>
                  </a:lnTo>
                  <a:cubicBezTo>
                    <a:pt x="263996" y="554240"/>
                    <a:pt x="0" y="1143892"/>
                    <a:pt x="0" y="1795203"/>
                  </a:cubicBezTo>
                  <a:cubicBezTo>
                    <a:pt x="0" y="2446515"/>
                    <a:pt x="263996" y="3036166"/>
                    <a:pt x="690820" y="3462990"/>
                  </a:cubicBezTo>
                  <a:lnTo>
                    <a:pt x="831013" y="359040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3BE9FC1E-2790-5A89-F064-5B9A71AB1A49}"/>
                </a:ext>
              </a:extLst>
            </p:cNvPr>
            <p:cNvSpPr/>
            <p:nvPr/>
          </p:nvSpPr>
          <p:spPr>
            <a:xfrm rot="1580702" flipH="1">
              <a:off x="1162481" y="13855"/>
              <a:ext cx="2887117" cy="507281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userDrawn="1">
            <p:ph type="ctrTitle"/>
          </p:nvPr>
        </p:nvSpPr>
        <p:spPr>
          <a:xfrm>
            <a:off x="533403" y="5081016"/>
            <a:ext cx="11125198" cy="786384"/>
          </a:xfrm>
        </p:spPr>
        <p:txBody>
          <a:bodyPr vert="horz" lIns="91440" tIns="45720" rIns="91440" bIns="45720" rtlCol="0" anchor="b">
            <a:normAutofit/>
          </a:bodyPr>
          <a:lstStyle>
            <a:lvl1pPr>
              <a:defRPr lang="en-US" sz="4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userDrawn="1">
            <p:ph type="subTitle" idx="1"/>
          </p:nvPr>
        </p:nvSpPr>
        <p:spPr>
          <a:xfrm>
            <a:off x="533400" y="5971760"/>
            <a:ext cx="11125197" cy="365125"/>
          </a:xfrm>
        </p:spPr>
        <p:txBody>
          <a:bodyPr vert="horz" lIns="91440" tIns="45720" rIns="91440" bIns="45720" rtlCol="0">
            <a:normAutofit/>
          </a:bodyPr>
          <a:lstStyle>
            <a:lvl1pPr marL="0" indent="0">
              <a:buNone/>
              <a:defRPr lang="en-US" sz="2000" dirty="0"/>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76A1DDD8-3860-2FD3-B42D-B8F7A132E7B1}"/>
              </a:ext>
            </a:extLst>
          </p:cNvPr>
          <p:cNvSpPr>
            <a:spLocks noGrp="1"/>
          </p:cNvSpPr>
          <p:nvPr userDrawn="1">
            <p:ph type="pic" sz="quarter" idx="17" hasCustomPrompt="1"/>
          </p:nvPr>
        </p:nvSpPr>
        <p:spPr>
          <a:xfrm>
            <a:off x="4228667" y="184903"/>
            <a:ext cx="7810933" cy="4717212"/>
          </a:xfrm>
          <a:custGeom>
            <a:avLst/>
            <a:gdLst>
              <a:gd name="connsiteX0" fmla="*/ 2329478 w 7810933"/>
              <a:gd name="connsiteY0" fmla="*/ 0 h 4717212"/>
              <a:gd name="connsiteX1" fmla="*/ 2358606 w 7810933"/>
              <a:gd name="connsiteY1" fmla="*/ 0 h 4717212"/>
              <a:gd name="connsiteX2" fmla="*/ 7810933 w 7810933"/>
              <a:gd name="connsiteY2" fmla="*/ 0 h 4717212"/>
              <a:gd name="connsiteX3" fmla="*/ 7810933 w 7810933"/>
              <a:gd name="connsiteY3" fmla="*/ 4717212 h 4717212"/>
              <a:gd name="connsiteX4" fmla="*/ 2329478 w 7810933"/>
              <a:gd name="connsiteY4" fmla="*/ 4717212 h 4717212"/>
              <a:gd name="connsiteX5" fmla="*/ 2329478 w 7810933"/>
              <a:gd name="connsiteY5" fmla="*/ 4715743 h 4717212"/>
              <a:gd name="connsiteX6" fmla="*/ 2117452 w 7810933"/>
              <a:gd name="connsiteY6" fmla="*/ 4705037 h 4717212"/>
              <a:gd name="connsiteX7" fmla="*/ 0 w 7810933"/>
              <a:gd name="connsiteY7" fmla="*/ 2358607 h 4717212"/>
              <a:gd name="connsiteX8" fmla="*/ 2117452 w 7810933"/>
              <a:gd name="connsiteY8" fmla="*/ 12178 h 4717212"/>
              <a:gd name="connsiteX9" fmla="*/ 2329478 w 7810933"/>
              <a:gd name="connsiteY9" fmla="*/ 1471 h 4717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10933" h="4717212">
                <a:moveTo>
                  <a:pt x="2329478" y="0"/>
                </a:moveTo>
                <a:lnTo>
                  <a:pt x="2358606" y="0"/>
                </a:lnTo>
                <a:lnTo>
                  <a:pt x="7810933" y="0"/>
                </a:lnTo>
                <a:lnTo>
                  <a:pt x="7810933" y="4717212"/>
                </a:lnTo>
                <a:lnTo>
                  <a:pt x="2329478" y="4717212"/>
                </a:lnTo>
                <a:lnTo>
                  <a:pt x="2329478" y="4715743"/>
                </a:lnTo>
                <a:lnTo>
                  <a:pt x="2117452" y="4705037"/>
                </a:lnTo>
                <a:cubicBezTo>
                  <a:pt x="928110" y="4584253"/>
                  <a:pt x="0" y="3579816"/>
                  <a:pt x="0" y="2358607"/>
                </a:cubicBezTo>
                <a:cubicBezTo>
                  <a:pt x="0" y="1137399"/>
                  <a:pt x="928110" y="132962"/>
                  <a:pt x="2117452" y="12178"/>
                </a:cubicBezTo>
                <a:lnTo>
                  <a:pt x="2329478" y="1471"/>
                </a:lnTo>
                <a:close/>
              </a:path>
            </a:pathLst>
          </a:custGeom>
          <a:blipFill dpi="0" rotWithShape="1">
            <a:blip r:embed="rId2">
              <a:alphaModFix amt="60000"/>
            </a:blip>
            <a:srcRect/>
            <a:stretch>
              <a:fillRect t="-3" b="-3"/>
            </a:stretch>
          </a:blipFill>
        </p:spPr>
        <p:txBody>
          <a:bodyPr wrap="square">
            <a:noAutofit/>
          </a:bodyPr>
          <a:lstStyle>
            <a:lvl1pPr>
              <a:buFontTx/>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userDrawn="1">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userDrawn="1">
            <p:ph type="dt" sz="half" idx="14"/>
          </p:nvPr>
        </p:nvSpPr>
        <p:spPr/>
        <p:txBody>
          <a:bodyPr/>
          <a:lstStyle/>
          <a:p>
            <a:fld id="{5888334B-5C34-4E7E-A4B0-3A19575F6DD8}" type="datetime1">
              <a:rPr lang="en-US" smtClean="0"/>
              <a:t>12/13/2025</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userDrawn="1">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4"/>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87D208FF-4408-8F2B-2251-B3581082831B}"/>
              </a:ext>
            </a:extLst>
          </p:cNvPr>
          <p:cNvSpPr/>
          <p:nvPr userDrawn="1"/>
        </p:nvSpPr>
        <p:spPr>
          <a:xfrm>
            <a:off x="5217407" y="148866"/>
            <a:ext cx="6822193" cy="6544413"/>
          </a:xfrm>
          <a:custGeom>
            <a:avLst/>
            <a:gdLst>
              <a:gd name="connsiteX0" fmla="*/ 3231795 w 6822193"/>
              <a:gd name="connsiteY0" fmla="*/ 0 h 6544413"/>
              <a:gd name="connsiteX1" fmla="*/ 3272207 w 6822193"/>
              <a:gd name="connsiteY1" fmla="*/ 0 h 6544413"/>
              <a:gd name="connsiteX2" fmla="*/ 6822193 w 6822193"/>
              <a:gd name="connsiteY2" fmla="*/ 0 h 6544413"/>
              <a:gd name="connsiteX3" fmla="*/ 6822193 w 6822193"/>
              <a:gd name="connsiteY3" fmla="*/ 6544413 h 6544413"/>
              <a:gd name="connsiteX4" fmla="*/ 3272207 w 6822193"/>
              <a:gd name="connsiteY4" fmla="*/ 6544413 h 6544413"/>
              <a:gd name="connsiteX5" fmla="*/ 3231795 w 6822193"/>
              <a:gd name="connsiteY5" fmla="*/ 6544413 h 6544413"/>
              <a:gd name="connsiteX6" fmla="*/ 3231795 w 6822193"/>
              <a:gd name="connsiteY6" fmla="*/ 6542374 h 6544413"/>
              <a:gd name="connsiteX7" fmla="*/ 2937643 w 6822193"/>
              <a:gd name="connsiteY7" fmla="*/ 6527520 h 6544413"/>
              <a:gd name="connsiteX8" fmla="*/ 0 w 6822193"/>
              <a:gd name="connsiteY8" fmla="*/ 3272207 h 6544413"/>
              <a:gd name="connsiteX9" fmla="*/ 2937643 w 6822193"/>
              <a:gd name="connsiteY9" fmla="*/ 16895 h 6544413"/>
              <a:gd name="connsiteX10" fmla="*/ 3231795 w 68221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2193" h="6544413">
                <a:moveTo>
                  <a:pt x="3231795" y="0"/>
                </a:moveTo>
                <a:lnTo>
                  <a:pt x="3272207" y="0"/>
                </a:lnTo>
                <a:lnTo>
                  <a:pt x="6822193" y="0"/>
                </a:lnTo>
                <a:lnTo>
                  <a:pt x="6822193" y="6544413"/>
                </a:lnTo>
                <a:lnTo>
                  <a:pt x="3272207" y="6544413"/>
                </a:lnTo>
                <a:lnTo>
                  <a:pt x="3231795" y="6544413"/>
                </a:lnTo>
                <a:lnTo>
                  <a:pt x="3231795" y="6542374"/>
                </a:lnTo>
                <a:lnTo>
                  <a:pt x="2937643" y="6527520"/>
                </a:lnTo>
                <a:cubicBezTo>
                  <a:pt x="1287612" y="6359951"/>
                  <a:pt x="0" y="4966448"/>
                  <a:pt x="0" y="3272207"/>
                </a:cubicBezTo>
                <a:cubicBezTo>
                  <a:pt x="0" y="1577968"/>
                  <a:pt x="1287612" y="184465"/>
                  <a:pt x="2937643" y="16895"/>
                </a:cubicBezTo>
                <a:lnTo>
                  <a:pt x="3231795" y="204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F39CAD08-FF61-D70E-12C1-BA9D97FED7B0}"/>
              </a:ext>
            </a:extLst>
          </p:cNvPr>
          <p:cNvSpPr/>
          <p:nvPr userDrawn="1"/>
        </p:nvSpPr>
        <p:spPr>
          <a:xfrm flipH="1">
            <a:off x="152400" y="1586373"/>
            <a:ext cx="562714" cy="3669401"/>
          </a:xfrm>
          <a:custGeom>
            <a:avLst/>
            <a:gdLst>
              <a:gd name="connsiteX0" fmla="*/ 562714 w 562714"/>
              <a:gd name="connsiteY0" fmla="*/ 0 h 3669401"/>
              <a:gd name="connsiteX1" fmla="*/ 558842 w 562714"/>
              <a:gd name="connsiteY1" fmla="*/ 5178 h 3669401"/>
              <a:gd name="connsiteX2" fmla="*/ 0 w 562714"/>
              <a:gd name="connsiteY2" fmla="*/ 1834700 h 3669401"/>
              <a:gd name="connsiteX3" fmla="*/ 558842 w 562714"/>
              <a:gd name="connsiteY3" fmla="*/ 3664222 h 3669401"/>
              <a:gd name="connsiteX4" fmla="*/ 562714 w 562714"/>
              <a:gd name="connsiteY4" fmla="*/ 3669401 h 366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714" h="3669401">
                <a:moveTo>
                  <a:pt x="562714" y="0"/>
                </a:moveTo>
                <a:lnTo>
                  <a:pt x="558842" y="5178"/>
                </a:lnTo>
                <a:cubicBezTo>
                  <a:pt x="206018" y="527426"/>
                  <a:pt x="0" y="1157004"/>
                  <a:pt x="0" y="1834700"/>
                </a:cubicBezTo>
                <a:cubicBezTo>
                  <a:pt x="0" y="2512396"/>
                  <a:pt x="206018" y="3141975"/>
                  <a:pt x="558842" y="3664222"/>
                </a:cubicBezTo>
                <a:lnTo>
                  <a:pt x="562714" y="366940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911843" y="533399"/>
            <a:ext cx="4746758" cy="3810001"/>
          </a:xfrm>
        </p:spPr>
        <p:txBody>
          <a:bodyPr vert="horz" lIns="91440" tIns="45720" rIns="91440" bIns="45720" rtlCol="0" anchor="b">
            <a:normAutofit/>
          </a:bodyPr>
          <a:lstStyle>
            <a:lvl1pPr>
              <a:defRPr lang="en-US" sz="4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11843" y="4700224"/>
            <a:ext cx="4373842" cy="1033669"/>
          </a:xfrm>
        </p:spPr>
        <p:txBody>
          <a:bodyPr vert="horz" lIns="91440" tIns="45720" rIns="91440" bIns="45720" rtlCol="0" anchor="t">
            <a:normAutofit/>
          </a:bodyPr>
          <a:lstStyle>
            <a:lvl1pPr marL="0" indent="0">
              <a:buNone/>
              <a:defRPr lang="en-US" sz="2000" dirty="0"/>
            </a:lvl1pPr>
          </a:lstStyle>
          <a:p>
            <a:pPr lvl="0"/>
            <a:r>
              <a:rPr lang="en-US" dirty="0"/>
              <a:t>Click to edit Master subtitle style</a:t>
            </a:r>
          </a:p>
        </p:txBody>
      </p:sp>
      <p:sp>
        <p:nvSpPr>
          <p:cNvPr id="12" name="Picture Placeholder 19">
            <a:extLst>
              <a:ext uri="{FF2B5EF4-FFF2-40B4-BE49-F238E27FC236}">
                <a16:creationId xmlns:a16="http://schemas.microsoft.com/office/drawing/2014/main" id="{BE6812D8-B3BA-52FA-8073-259DC47B71F0}"/>
              </a:ext>
            </a:extLst>
          </p:cNvPr>
          <p:cNvSpPr>
            <a:spLocks noGrp="1"/>
          </p:cNvSpPr>
          <p:nvPr>
            <p:ph type="pic" sz="quarter" idx="13" hasCustomPrompt="1"/>
          </p:nvPr>
        </p:nvSpPr>
        <p:spPr>
          <a:xfrm>
            <a:off x="587241" y="164723"/>
            <a:ext cx="4746759" cy="6542805"/>
          </a:xfrm>
          <a:custGeom>
            <a:avLst/>
            <a:gdLst>
              <a:gd name="connsiteX0" fmla="*/ 3245777 w 4746759"/>
              <a:gd name="connsiteY0" fmla="*/ 0 h 6542805"/>
              <a:gd name="connsiteX1" fmla="*/ 3560809 w 4746759"/>
              <a:gd name="connsiteY1" fmla="*/ 0 h 6542805"/>
              <a:gd name="connsiteX2" fmla="*/ 3749050 w 4746759"/>
              <a:gd name="connsiteY2" fmla="*/ 37730 h 6542805"/>
              <a:gd name="connsiteX3" fmla="*/ 3940611 w 4746759"/>
              <a:gd name="connsiteY3" fmla="*/ 112320 h 6542805"/>
              <a:gd name="connsiteX4" fmla="*/ 4725623 w 4746759"/>
              <a:gd name="connsiteY4" fmla="*/ 1397735 h 6542805"/>
              <a:gd name="connsiteX5" fmla="*/ 4746759 w 4746759"/>
              <a:gd name="connsiteY5" fmla="*/ 1609122 h 6542805"/>
              <a:gd name="connsiteX6" fmla="*/ 4746759 w 4746759"/>
              <a:gd name="connsiteY6" fmla="*/ 2127659 h 6542805"/>
              <a:gd name="connsiteX7" fmla="*/ 4740323 w 4746759"/>
              <a:gd name="connsiteY7" fmla="*/ 2239595 h 6542805"/>
              <a:gd name="connsiteX8" fmla="*/ 4173731 w 4746759"/>
              <a:gd name="connsiteY8" fmla="*/ 4154476 h 6542805"/>
              <a:gd name="connsiteX9" fmla="*/ 817427 w 4746759"/>
              <a:gd name="connsiteY9" fmla="*/ 6419116 h 6542805"/>
              <a:gd name="connsiteX10" fmla="*/ 584307 w 4746759"/>
              <a:gd name="connsiteY10" fmla="*/ 2376960 h 6542805"/>
              <a:gd name="connsiteX11" fmla="*/ 3119310 w 4746759"/>
              <a:gd name="connsiteY11" fmla="*/ 14185 h 6542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46759" h="6542805">
                <a:moveTo>
                  <a:pt x="3245777" y="0"/>
                </a:moveTo>
                <a:lnTo>
                  <a:pt x="3560809" y="0"/>
                </a:lnTo>
                <a:lnTo>
                  <a:pt x="3749050" y="37730"/>
                </a:lnTo>
                <a:cubicBezTo>
                  <a:pt x="3814714" y="56842"/>
                  <a:pt x="3878661" y="81642"/>
                  <a:pt x="3940611" y="112320"/>
                </a:cubicBezTo>
                <a:cubicBezTo>
                  <a:pt x="4374257" y="327065"/>
                  <a:pt x="4638161" y="794254"/>
                  <a:pt x="4725623" y="1397735"/>
                </a:cubicBezTo>
                <a:lnTo>
                  <a:pt x="4746759" y="1609122"/>
                </a:lnTo>
                <a:lnTo>
                  <a:pt x="4746759" y="2127659"/>
                </a:lnTo>
                <a:lnTo>
                  <a:pt x="4740323" y="2239595"/>
                </a:lnTo>
                <a:cubicBezTo>
                  <a:pt x="4684605" y="2838710"/>
                  <a:pt x="4497147" y="3501385"/>
                  <a:pt x="4173731" y="4154476"/>
                </a:cubicBezTo>
                <a:cubicBezTo>
                  <a:pt x="3311287" y="5896050"/>
                  <a:pt x="1808620" y="6909964"/>
                  <a:pt x="817427" y="6419116"/>
                </a:cubicBezTo>
                <a:cubicBezTo>
                  <a:pt x="-173765" y="5928269"/>
                  <a:pt x="-278136" y="4118535"/>
                  <a:pt x="584307" y="2376960"/>
                </a:cubicBezTo>
                <a:cubicBezTo>
                  <a:pt x="1231140" y="1070780"/>
                  <a:pt x="2238099" y="173908"/>
                  <a:pt x="3119310" y="14185"/>
                </a:cubicBezTo>
                <a:close/>
              </a:path>
            </a:pathLst>
          </a:custGeom>
          <a:blipFill dpi="0" rotWithShape="1">
            <a:blip r:embed="rId2">
              <a:alphaModFix amt="60000"/>
            </a:blip>
            <a:srcRect/>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534656" y="6343955"/>
            <a:ext cx="2100482"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lstStyle>
            <a:lvl1pPr>
              <a:defRPr>
                <a:solidFill>
                  <a:schemeClr val="tx1"/>
                </a:solidFill>
                <a:effectLst/>
              </a:defRPr>
            </a:lvl1pPr>
          </a:lstStyle>
          <a:p>
            <a:fld id="{BFE899EF-3666-4EAB-A626-E7AA02E66CC1}" type="datetime1">
              <a:rPr lang="en-US" smtClean="0"/>
              <a:t>12/13/2025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4"/>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D678C377-B342-D090-A3F1-4BB6E9101B48}"/>
              </a:ext>
            </a:extLst>
          </p:cNvPr>
          <p:cNvSpPr/>
          <p:nvPr userDrawn="1"/>
        </p:nvSpPr>
        <p:spPr>
          <a:xfrm>
            <a:off x="10676786" y="767433"/>
            <a:ext cx="1362814" cy="5307278"/>
          </a:xfrm>
          <a:custGeom>
            <a:avLst/>
            <a:gdLst>
              <a:gd name="connsiteX0" fmla="*/ 1362814 w 1362814"/>
              <a:gd name="connsiteY0" fmla="*/ 0 h 5307278"/>
              <a:gd name="connsiteX1" fmla="*/ 1362814 w 1362814"/>
              <a:gd name="connsiteY1" fmla="*/ 5307278 h 5307278"/>
              <a:gd name="connsiteX2" fmla="*/ 1190780 w 1362814"/>
              <a:gd name="connsiteY2" fmla="*/ 5178633 h 5307278"/>
              <a:gd name="connsiteX3" fmla="*/ 0 w 1362814"/>
              <a:gd name="connsiteY3" fmla="*/ 2653639 h 5307278"/>
              <a:gd name="connsiteX4" fmla="*/ 1190780 w 1362814"/>
              <a:gd name="connsiteY4" fmla="*/ 128645 h 5307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814" h="5307278">
                <a:moveTo>
                  <a:pt x="1362814" y="0"/>
                </a:moveTo>
                <a:lnTo>
                  <a:pt x="1362814" y="5307278"/>
                </a:lnTo>
                <a:lnTo>
                  <a:pt x="1190780" y="5178633"/>
                </a:lnTo>
                <a:cubicBezTo>
                  <a:pt x="463541" y="4578462"/>
                  <a:pt x="0" y="3670184"/>
                  <a:pt x="0" y="2653639"/>
                </a:cubicBezTo>
                <a:cubicBezTo>
                  <a:pt x="0" y="1637095"/>
                  <a:pt x="463541" y="728816"/>
                  <a:pt x="1190780" y="12864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AA1FB54D-B979-7DC2-508A-4E3A1424DA8E}"/>
              </a:ext>
            </a:extLst>
          </p:cNvPr>
          <p:cNvSpPr/>
          <p:nvPr userDrawn="1"/>
        </p:nvSpPr>
        <p:spPr>
          <a:xfrm rot="20019298">
            <a:off x="6422922" y="-88436"/>
            <a:ext cx="4005435"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2590" y="3070307"/>
            <a:ext cx="3736010" cy="2845567"/>
          </a:xfrm>
        </p:spPr>
        <p:txBody>
          <a:bodyPr vert="horz" lIns="91440" tIns="45720" rIns="91440" bIns="45720" rtlCol="0" anchor="b">
            <a:normAutofit/>
          </a:bodyPr>
          <a:lstStyle>
            <a:lvl1pPr>
              <a:defRPr lang="en-US" sz="4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28685" y="568036"/>
            <a:ext cx="3729915" cy="1123122"/>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9" name="Picture Placeholder 12">
            <a:extLst>
              <a:ext uri="{FF2B5EF4-FFF2-40B4-BE49-F238E27FC236}">
                <a16:creationId xmlns:a16="http://schemas.microsoft.com/office/drawing/2014/main" id="{D352C733-7F5C-C8F4-267E-B020FB5CC931}"/>
              </a:ext>
            </a:extLst>
          </p:cNvPr>
          <p:cNvSpPr>
            <a:spLocks noGrp="1"/>
          </p:cNvSpPr>
          <p:nvPr>
            <p:ph type="pic" sz="quarter" idx="13" hasCustomPrompt="1"/>
          </p:nvPr>
        </p:nvSpPr>
        <p:spPr>
          <a:xfrm>
            <a:off x="152399" y="164720"/>
            <a:ext cx="6016752" cy="6528559"/>
          </a:xfrm>
          <a:custGeom>
            <a:avLst/>
            <a:gdLst>
              <a:gd name="connsiteX0" fmla="*/ 0 w 6022093"/>
              <a:gd name="connsiteY0" fmla="*/ 0 h 6528559"/>
              <a:gd name="connsiteX1" fmla="*/ 3063832 w 6022093"/>
              <a:gd name="connsiteY1" fmla="*/ 0 h 6528559"/>
              <a:gd name="connsiteX2" fmla="*/ 3084452 w 6022093"/>
              <a:gd name="connsiteY2" fmla="*/ 1041 h 6528559"/>
              <a:gd name="connsiteX3" fmla="*/ 6007231 w 6022093"/>
              <a:gd name="connsiteY3" fmla="*/ 2942433 h 6528559"/>
              <a:gd name="connsiteX4" fmla="*/ 6022093 w 6022093"/>
              <a:gd name="connsiteY4" fmla="*/ 3256333 h 6528559"/>
              <a:gd name="connsiteX5" fmla="*/ 6022093 w 6022093"/>
              <a:gd name="connsiteY5" fmla="*/ 3256373 h 6528559"/>
              <a:gd name="connsiteX6" fmla="*/ 6007231 w 6022093"/>
              <a:gd name="connsiteY6" fmla="*/ 3570273 h 6528559"/>
              <a:gd name="connsiteX7" fmla="*/ 3084452 w 6022093"/>
              <a:gd name="connsiteY7" fmla="*/ 6511666 h 6528559"/>
              <a:gd name="connsiteX8" fmla="*/ 2790299 w 6022093"/>
              <a:gd name="connsiteY8" fmla="*/ 6526520 h 6528559"/>
              <a:gd name="connsiteX9" fmla="*/ 2790299 w 6022093"/>
              <a:gd name="connsiteY9" fmla="*/ 6528559 h 6528559"/>
              <a:gd name="connsiteX10" fmla="*/ 2749888 w 6022093"/>
              <a:gd name="connsiteY10" fmla="*/ 6528559 h 6528559"/>
              <a:gd name="connsiteX11" fmla="*/ 0 w 6022093"/>
              <a:gd name="connsiteY11" fmla="*/ 6528559 h 6528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22093" h="6528559">
                <a:moveTo>
                  <a:pt x="0" y="0"/>
                </a:moveTo>
                <a:lnTo>
                  <a:pt x="3063832" y="0"/>
                </a:lnTo>
                <a:lnTo>
                  <a:pt x="3084452" y="1041"/>
                </a:lnTo>
                <a:cubicBezTo>
                  <a:pt x="4631356" y="158137"/>
                  <a:pt x="5859727" y="1392714"/>
                  <a:pt x="6007231" y="2942433"/>
                </a:cubicBezTo>
                <a:lnTo>
                  <a:pt x="6022093" y="3256333"/>
                </a:lnTo>
                <a:lnTo>
                  <a:pt x="6022093" y="3256373"/>
                </a:lnTo>
                <a:lnTo>
                  <a:pt x="6007231" y="3570273"/>
                </a:lnTo>
                <a:cubicBezTo>
                  <a:pt x="5859727" y="5119993"/>
                  <a:pt x="4631356" y="6354570"/>
                  <a:pt x="3084452" y="6511666"/>
                </a:cubicBezTo>
                <a:lnTo>
                  <a:pt x="2790299" y="6526520"/>
                </a:lnTo>
                <a:lnTo>
                  <a:pt x="2790299" y="6528559"/>
                </a:lnTo>
                <a:lnTo>
                  <a:pt x="2749888" y="6528559"/>
                </a:lnTo>
                <a:lnTo>
                  <a:pt x="0" y="6528559"/>
                </a:lnTo>
                <a:close/>
              </a:path>
            </a:pathLst>
          </a:custGeom>
          <a:blipFill dpi="0" rotWithShape="1">
            <a:blip r:embed="rId2">
              <a:alphaModFix amt="60000"/>
            </a:blip>
            <a:srcRect/>
            <a:stretch>
              <a:fillRect l="-2897" r="-2897"/>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1F92EF8E-B9EB-49F8-83E1-F362FA442011}" type="datetime1">
              <a:rPr lang="en-US" smtClean="0"/>
              <a:t>12/13/2025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4"/>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D5FAC22-3E6A-0CAE-40EA-3ABA0592E4DC}"/>
              </a:ext>
            </a:extLst>
          </p:cNvPr>
          <p:cNvGrpSpPr/>
          <p:nvPr userDrawn="1"/>
        </p:nvGrpSpPr>
        <p:grpSpPr>
          <a:xfrm flipH="1">
            <a:off x="165100" y="27214"/>
            <a:ext cx="11874500" cy="3503886"/>
            <a:chOff x="-11811000" y="-88436"/>
            <a:chExt cx="23850600" cy="7037751"/>
          </a:xfrm>
          <a:solidFill>
            <a:schemeClr val="accent4">
              <a:lumMod val="60000"/>
              <a:lumOff val="40000"/>
            </a:schemeClr>
          </a:solidFill>
        </p:grpSpPr>
        <p:sp>
          <p:nvSpPr>
            <p:cNvPr id="7" name="Freeform 6">
              <a:extLst>
                <a:ext uri="{FF2B5EF4-FFF2-40B4-BE49-F238E27FC236}">
                  <a16:creationId xmlns:a16="http://schemas.microsoft.com/office/drawing/2014/main" id="{195FBA9E-F968-3354-377B-B6BB223B15FD}"/>
                </a:ext>
              </a:extLst>
            </p:cNvPr>
            <p:cNvSpPr/>
            <p:nvPr/>
          </p:nvSpPr>
          <p:spPr>
            <a:xfrm flipH="1">
              <a:off x="-11811000" y="148866"/>
              <a:ext cx="12803893" cy="6544413"/>
            </a:xfrm>
            <a:custGeom>
              <a:avLst/>
              <a:gdLst>
                <a:gd name="connsiteX0" fmla="*/ 6410542 w 6410542"/>
                <a:gd name="connsiteY0" fmla="*/ 0 h 3276600"/>
                <a:gd name="connsiteX1" fmla="*/ 1638300 w 6410542"/>
                <a:gd name="connsiteY1" fmla="*/ 0 h 3276600"/>
                <a:gd name="connsiteX2" fmla="*/ 1618067 w 6410542"/>
                <a:gd name="connsiteY2" fmla="*/ 0 h 3276600"/>
                <a:gd name="connsiteX3" fmla="*/ 1618067 w 6410542"/>
                <a:gd name="connsiteY3" fmla="*/ 1022 h 3276600"/>
                <a:gd name="connsiteX4" fmla="*/ 1470793 w 6410542"/>
                <a:gd name="connsiteY4" fmla="*/ 8459 h 3276600"/>
                <a:gd name="connsiteX5" fmla="*/ 0 w 6410542"/>
                <a:gd name="connsiteY5" fmla="*/ 1638300 h 3276600"/>
                <a:gd name="connsiteX6" fmla="*/ 1470793 w 6410542"/>
                <a:gd name="connsiteY6" fmla="*/ 3268142 h 3276600"/>
                <a:gd name="connsiteX7" fmla="*/ 1618067 w 6410542"/>
                <a:gd name="connsiteY7" fmla="*/ 3275579 h 3276600"/>
                <a:gd name="connsiteX8" fmla="*/ 1618067 w 6410542"/>
                <a:gd name="connsiteY8" fmla="*/ 3276600 h 3276600"/>
                <a:gd name="connsiteX9" fmla="*/ 1638300 w 6410542"/>
                <a:gd name="connsiteY9" fmla="*/ 3276600 h 3276600"/>
                <a:gd name="connsiteX10" fmla="*/ 6410542 w 6410542"/>
                <a:gd name="connsiteY10" fmla="*/ 3276600 h 327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542" h="3276600">
                  <a:moveTo>
                    <a:pt x="6410542" y="0"/>
                  </a:moveTo>
                  <a:lnTo>
                    <a:pt x="1638300" y="0"/>
                  </a:lnTo>
                  <a:lnTo>
                    <a:pt x="1618067" y="0"/>
                  </a:lnTo>
                  <a:lnTo>
                    <a:pt x="1618067" y="1022"/>
                  </a:lnTo>
                  <a:lnTo>
                    <a:pt x="1470793" y="8459"/>
                  </a:lnTo>
                  <a:cubicBezTo>
                    <a:pt x="644670" y="92356"/>
                    <a:pt x="0" y="790043"/>
                    <a:pt x="0" y="1638300"/>
                  </a:cubicBezTo>
                  <a:cubicBezTo>
                    <a:pt x="0" y="2486558"/>
                    <a:pt x="644670" y="3184245"/>
                    <a:pt x="1470793" y="3268142"/>
                  </a:cubicBezTo>
                  <a:lnTo>
                    <a:pt x="1618067" y="3275579"/>
                  </a:lnTo>
                  <a:lnTo>
                    <a:pt x="1618067" y="3276600"/>
                  </a:lnTo>
                  <a:lnTo>
                    <a:pt x="1638300" y="3276600"/>
                  </a:lnTo>
                  <a:lnTo>
                    <a:pt x="6410542" y="32766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Oval 7">
              <a:extLst>
                <a:ext uri="{FF2B5EF4-FFF2-40B4-BE49-F238E27FC236}">
                  <a16:creationId xmlns:a16="http://schemas.microsoft.com/office/drawing/2014/main" id="{54A776E2-E8FB-95BD-B1DE-B62FEEB92D65}"/>
                </a:ext>
              </a:extLst>
            </p:cNvPr>
            <p:cNvSpPr/>
            <p:nvPr/>
          </p:nvSpPr>
          <p:spPr>
            <a:xfrm>
              <a:off x="5495186" y="148865"/>
              <a:ext cx="6544414" cy="65444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651FE85-1B8E-330B-F931-0F7C22842C94}"/>
                </a:ext>
              </a:extLst>
            </p:cNvPr>
            <p:cNvSpPr/>
            <p:nvPr/>
          </p:nvSpPr>
          <p:spPr>
            <a:xfrm rot="20019298">
              <a:off x="12413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1" y="1417671"/>
            <a:ext cx="11125198" cy="4906929"/>
          </a:xfrm>
        </p:spPr>
        <p:txBody>
          <a:bodyPr vert="horz" lIns="91440" tIns="45720" rIns="91440" bIns="45720" rtlCol="0" anchor="b">
            <a:normAutofit/>
          </a:bodyPr>
          <a:lstStyle>
            <a:lvl1pPr>
              <a:defRPr lang="en-US" sz="60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24600"/>
            <a:ext cx="2884652" cy="381000"/>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24600"/>
            <a:ext cx="2202644" cy="381000"/>
          </a:xfrm>
        </p:spPr>
        <p:txBody>
          <a:bodyPr/>
          <a:lstStyle>
            <a:lvl1pPr>
              <a:defRPr>
                <a:solidFill>
                  <a:schemeClr val="bg1"/>
                </a:solidFill>
              </a:defRPr>
            </a:lvl1pPr>
          </a:lstStyle>
          <a:p>
            <a:fld id="{76FC08D9-20DE-421C-BE4E-310427BB699B}" type="datetime1">
              <a:rPr lang="en-US" smtClean="0"/>
              <a:pPr/>
              <a:t>12/13/2025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24600"/>
            <a:ext cx="511503" cy="381000"/>
          </a:xfrm>
        </p:spPr>
        <p:txBody>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709652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417671"/>
            <a:ext cx="7991856" cy="4906929"/>
          </a:xfrm>
        </p:spPr>
        <p:txBody>
          <a:bodyPr vert="horz" lIns="91440" tIns="45720" rIns="91440" bIns="45720" rtlCol="0" anchor="b">
            <a:normAutofit/>
          </a:bodyPr>
          <a:lstStyle>
            <a:lvl1pPr>
              <a:defRPr lang="en-US" sz="60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24600"/>
            <a:ext cx="2884652" cy="381000"/>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24600"/>
            <a:ext cx="2202644" cy="381000"/>
          </a:xfrm>
        </p:spPr>
        <p:txBody>
          <a:bodyPr/>
          <a:lstStyle>
            <a:lvl1pPr>
              <a:defRPr>
                <a:solidFill>
                  <a:schemeClr val="bg1"/>
                </a:solidFill>
              </a:defRPr>
            </a:lvl1pPr>
          </a:lstStyle>
          <a:p>
            <a:fld id="{76FC08D9-20DE-421C-BE4E-310427BB699B}" type="datetime1">
              <a:rPr lang="en-US" smtClean="0"/>
              <a:pPr/>
              <a:t>12/13/2025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24600"/>
            <a:ext cx="511503" cy="381000"/>
          </a:xfrm>
        </p:spPr>
        <p:txBody>
          <a:bodyPr/>
          <a:lstStyle>
            <a:lvl1pPr>
              <a:defRPr>
                <a:solidFill>
                  <a:schemeClr val="bg1"/>
                </a:solidFill>
              </a:defRPr>
            </a:lvl1pPr>
          </a:lstStyle>
          <a:p>
            <a:fld id="{AEAA3239-9EA4-4A65-A281-97F994456D9F}" type="slidenum">
              <a:rPr lang="en-US" smtClean="0"/>
              <a:pPr/>
              <a:t>‹#›</a:t>
            </a:fld>
            <a:endParaRPr lang="en-US"/>
          </a:p>
        </p:txBody>
      </p:sp>
      <p:grpSp>
        <p:nvGrpSpPr>
          <p:cNvPr id="10" name="Group 9">
            <a:extLst>
              <a:ext uri="{FF2B5EF4-FFF2-40B4-BE49-F238E27FC236}">
                <a16:creationId xmlns:a16="http://schemas.microsoft.com/office/drawing/2014/main" id="{2D7EB68C-2DDD-FE8A-6EB5-66C78A0A1477}"/>
              </a:ext>
            </a:extLst>
          </p:cNvPr>
          <p:cNvGrpSpPr/>
          <p:nvPr userDrawn="1"/>
        </p:nvGrpSpPr>
        <p:grpSpPr>
          <a:xfrm>
            <a:off x="7467600" y="145359"/>
            <a:ext cx="5101079" cy="3321366"/>
            <a:chOff x="7467600" y="145359"/>
            <a:chExt cx="5101079" cy="3321366"/>
          </a:xfrm>
          <a:noFill/>
        </p:grpSpPr>
        <p:sp>
          <p:nvSpPr>
            <p:cNvPr id="11" name="Oval 10">
              <a:extLst>
                <a:ext uri="{FF2B5EF4-FFF2-40B4-BE49-F238E27FC236}">
                  <a16:creationId xmlns:a16="http://schemas.microsoft.com/office/drawing/2014/main" id="{DE2858AD-93D6-09F5-251D-CA5BC6A732B1}"/>
                </a:ext>
              </a:extLst>
            </p:cNvPr>
            <p:cNvSpPr/>
            <p:nvPr/>
          </p:nvSpPr>
          <p:spPr>
            <a:xfrm flipH="1">
              <a:off x="7467600" y="145359"/>
              <a:ext cx="3258268" cy="3258268"/>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88FB9CD1-5066-7947-860E-6DA70598A7F5}"/>
                </a:ext>
              </a:extLst>
            </p:cNvPr>
            <p:cNvSpPr/>
            <p:nvPr/>
          </p:nvSpPr>
          <p:spPr>
            <a:xfrm rot="1580702" flipH="1">
              <a:off x="10803319" y="224760"/>
              <a:ext cx="1765360" cy="3241965"/>
            </a:xfrm>
            <a:custGeom>
              <a:avLst/>
              <a:gdLst>
                <a:gd name="connsiteX0" fmla="*/ 1290822 w 1765360"/>
                <a:gd name="connsiteY0" fmla="*/ 0 h 3241965"/>
                <a:gd name="connsiteX1" fmla="*/ 0 w 1765360"/>
                <a:gd name="connsiteY1" fmla="*/ 2606621 h 3241965"/>
                <a:gd name="connsiteX2" fmla="*/ 63216 w 1765360"/>
                <a:gd name="connsiteY2" fmla="*/ 2728833 h 3241965"/>
                <a:gd name="connsiteX3" fmla="*/ 768267 w 1765360"/>
                <a:gd name="connsiteY3" fmla="*/ 3241965 h 3241965"/>
                <a:gd name="connsiteX4" fmla="*/ 1765360 w 1765360"/>
                <a:gd name="connsiteY4" fmla="*/ 1490022 h 3241965"/>
                <a:gd name="connsiteX5" fmla="*/ 1325750 w 1765360"/>
                <a:gd name="connsiteY5" fmla="*/ 37283 h 32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5360" h="3241965">
                  <a:moveTo>
                    <a:pt x="1290822" y="0"/>
                  </a:moveTo>
                  <a:lnTo>
                    <a:pt x="0" y="2606621"/>
                  </a:lnTo>
                  <a:lnTo>
                    <a:pt x="63216" y="2728833"/>
                  </a:lnTo>
                  <a:cubicBezTo>
                    <a:pt x="243654" y="3045872"/>
                    <a:pt x="492927" y="3241965"/>
                    <a:pt x="768267" y="3241965"/>
                  </a:cubicBezTo>
                  <a:cubicBezTo>
                    <a:pt x="1318946" y="3241965"/>
                    <a:pt x="1765360" y="2457593"/>
                    <a:pt x="1765360" y="1490022"/>
                  </a:cubicBezTo>
                  <a:cubicBezTo>
                    <a:pt x="1765359" y="885290"/>
                    <a:pt x="1590980" y="352121"/>
                    <a:pt x="1325750" y="37283"/>
                  </a:cubicBezTo>
                  <a:close/>
                </a:path>
              </a:pathLst>
            </a:cu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6110115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accent2">
            <a:lumMod val="60000"/>
            <a:lumOff val="4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58D9E43-C893-13A3-BC1E-4F2FC3ABA863}"/>
              </a:ext>
            </a:extLst>
          </p:cNvPr>
          <p:cNvGrpSpPr/>
          <p:nvPr userDrawn="1"/>
        </p:nvGrpSpPr>
        <p:grpSpPr>
          <a:xfrm>
            <a:off x="152400" y="-88436"/>
            <a:ext cx="11887200" cy="7037751"/>
            <a:chOff x="152400" y="-88436"/>
            <a:chExt cx="11887200" cy="7037751"/>
          </a:xfrm>
          <a:solidFill>
            <a:schemeClr val="accent2">
              <a:lumMod val="40000"/>
              <a:lumOff val="60000"/>
            </a:schemeClr>
          </a:solidFill>
        </p:grpSpPr>
        <p:sp>
          <p:nvSpPr>
            <p:cNvPr id="7" name="Freeform 6">
              <a:extLst>
                <a:ext uri="{FF2B5EF4-FFF2-40B4-BE49-F238E27FC236}">
                  <a16:creationId xmlns:a16="http://schemas.microsoft.com/office/drawing/2014/main" id="{25581FE7-8801-4CE4-8D5C-D970782A5284}"/>
                </a:ext>
              </a:extLst>
            </p:cNvPr>
            <p:cNvSpPr/>
            <p:nvPr/>
          </p:nvSpPr>
          <p:spPr>
            <a:xfrm flipH="1">
              <a:off x="152400" y="1232438"/>
              <a:ext cx="840493" cy="4377271"/>
            </a:xfrm>
            <a:custGeom>
              <a:avLst/>
              <a:gdLst>
                <a:gd name="connsiteX0" fmla="*/ 840493 w 840493"/>
                <a:gd name="connsiteY0" fmla="*/ 0 h 4377271"/>
                <a:gd name="connsiteX1" fmla="*/ 661895 w 840493"/>
                <a:gd name="connsiteY1" fmla="*/ 215111 h 4377271"/>
                <a:gd name="connsiteX2" fmla="*/ 0 w 840493"/>
                <a:gd name="connsiteY2" fmla="*/ 2188635 h 4377271"/>
                <a:gd name="connsiteX3" fmla="*/ 661895 w 840493"/>
                <a:gd name="connsiteY3" fmla="*/ 4162161 h 4377271"/>
                <a:gd name="connsiteX4" fmla="*/ 840493 w 840493"/>
                <a:gd name="connsiteY4" fmla="*/ 4377271 h 4377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493" h="4377271">
                  <a:moveTo>
                    <a:pt x="840493" y="0"/>
                  </a:moveTo>
                  <a:lnTo>
                    <a:pt x="661895" y="215111"/>
                  </a:lnTo>
                  <a:cubicBezTo>
                    <a:pt x="246457" y="763738"/>
                    <a:pt x="0" y="1447405"/>
                    <a:pt x="0" y="2188635"/>
                  </a:cubicBezTo>
                  <a:cubicBezTo>
                    <a:pt x="0" y="2929865"/>
                    <a:pt x="246457" y="3613533"/>
                    <a:pt x="661895" y="4162161"/>
                  </a:cubicBezTo>
                  <a:lnTo>
                    <a:pt x="840493" y="4377271"/>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Oval 7">
              <a:extLst>
                <a:ext uri="{FF2B5EF4-FFF2-40B4-BE49-F238E27FC236}">
                  <a16:creationId xmlns:a16="http://schemas.microsoft.com/office/drawing/2014/main" id="{91F9810F-42BE-E811-B91C-7CAAE70C7FA9}"/>
                </a:ext>
              </a:extLst>
            </p:cNvPr>
            <p:cNvSpPr/>
            <p:nvPr/>
          </p:nvSpPr>
          <p:spPr>
            <a:xfrm>
              <a:off x="5495186" y="148865"/>
              <a:ext cx="6544414" cy="65444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8D0CE59-5E91-1783-39F8-B47864052342}"/>
                </a:ext>
              </a:extLst>
            </p:cNvPr>
            <p:cNvSpPr/>
            <p:nvPr/>
          </p:nvSpPr>
          <p:spPr>
            <a:xfrm rot="20019298">
              <a:off x="12413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533400"/>
            <a:ext cx="7991856" cy="5791200"/>
          </a:xfrm>
        </p:spPr>
        <p:txBody>
          <a:bodyPr vert="horz" lIns="91440" tIns="45720" rIns="91440" bIns="45720" rtlCol="0" anchor="ctr">
            <a:normAutofit/>
          </a:bodyPr>
          <a:lstStyle>
            <a:lvl1pPr>
              <a:defRPr lang="en-US" sz="60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24600"/>
            <a:ext cx="2884652" cy="381000"/>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24600"/>
            <a:ext cx="2202644" cy="381000"/>
          </a:xfrm>
        </p:spPr>
        <p:txBody>
          <a:bodyPr/>
          <a:lstStyle>
            <a:lvl1pPr>
              <a:defRPr>
                <a:solidFill>
                  <a:schemeClr val="bg1"/>
                </a:solidFill>
              </a:defRPr>
            </a:lvl1pPr>
          </a:lstStyle>
          <a:p>
            <a:fld id="{76FC08D9-20DE-421C-BE4E-310427BB699B}" type="datetime1">
              <a:rPr lang="en-US" smtClean="0"/>
              <a:pPr/>
              <a:t>12/13/2025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24600"/>
            <a:ext cx="511503" cy="381000"/>
          </a:xfrm>
        </p:spPr>
        <p:txBody>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945443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A9A97A7-E55F-0BAE-A131-F5B08A92CB91}"/>
              </a:ext>
            </a:extLst>
          </p:cNvPr>
          <p:cNvGrpSpPr/>
          <p:nvPr userDrawn="1"/>
        </p:nvGrpSpPr>
        <p:grpSpPr>
          <a:xfrm>
            <a:off x="152400" y="-88436"/>
            <a:ext cx="11887200" cy="7037751"/>
            <a:chOff x="152400" y="-88436"/>
            <a:chExt cx="11887200" cy="7037751"/>
          </a:xfrm>
        </p:grpSpPr>
        <p:sp>
          <p:nvSpPr>
            <p:cNvPr id="11" name="Freeform 10">
              <a:extLst>
                <a:ext uri="{FF2B5EF4-FFF2-40B4-BE49-F238E27FC236}">
                  <a16:creationId xmlns:a16="http://schemas.microsoft.com/office/drawing/2014/main" id="{6B783C9A-B253-FF6F-D553-A5F4F5FD8DAC}"/>
                </a:ext>
              </a:extLst>
            </p:cNvPr>
            <p:cNvSpPr/>
            <p:nvPr userDrawn="1"/>
          </p:nvSpPr>
          <p:spPr>
            <a:xfrm>
              <a:off x="7922507" y="148866"/>
              <a:ext cx="4117093" cy="6544413"/>
            </a:xfrm>
            <a:custGeom>
              <a:avLst/>
              <a:gdLst>
                <a:gd name="connsiteX0" fmla="*/ 3231795 w 4117093"/>
                <a:gd name="connsiteY0" fmla="*/ 0 h 6544413"/>
                <a:gd name="connsiteX1" fmla="*/ 3272207 w 4117093"/>
                <a:gd name="connsiteY1" fmla="*/ 0 h 6544413"/>
                <a:gd name="connsiteX2" fmla="*/ 4117093 w 4117093"/>
                <a:gd name="connsiteY2" fmla="*/ 0 h 6544413"/>
                <a:gd name="connsiteX3" fmla="*/ 4117093 w 4117093"/>
                <a:gd name="connsiteY3" fmla="*/ 6544413 h 6544413"/>
                <a:gd name="connsiteX4" fmla="*/ 3272207 w 4117093"/>
                <a:gd name="connsiteY4" fmla="*/ 6544413 h 6544413"/>
                <a:gd name="connsiteX5" fmla="*/ 3231795 w 4117093"/>
                <a:gd name="connsiteY5" fmla="*/ 6544413 h 6544413"/>
                <a:gd name="connsiteX6" fmla="*/ 3231795 w 4117093"/>
                <a:gd name="connsiteY6" fmla="*/ 6542374 h 6544413"/>
                <a:gd name="connsiteX7" fmla="*/ 2937642 w 4117093"/>
                <a:gd name="connsiteY7" fmla="*/ 6527520 h 6544413"/>
                <a:gd name="connsiteX8" fmla="*/ 0 w 4117093"/>
                <a:gd name="connsiteY8" fmla="*/ 3272207 h 6544413"/>
                <a:gd name="connsiteX9" fmla="*/ 2937642 w 4117093"/>
                <a:gd name="connsiteY9" fmla="*/ 16895 h 6544413"/>
                <a:gd name="connsiteX10" fmla="*/ 3231795 w 41170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7093" h="6544413">
                  <a:moveTo>
                    <a:pt x="3231795" y="0"/>
                  </a:moveTo>
                  <a:lnTo>
                    <a:pt x="3272207" y="0"/>
                  </a:lnTo>
                  <a:lnTo>
                    <a:pt x="4117093" y="0"/>
                  </a:lnTo>
                  <a:lnTo>
                    <a:pt x="4117093" y="6544413"/>
                  </a:lnTo>
                  <a:lnTo>
                    <a:pt x="3272207" y="6544413"/>
                  </a:lnTo>
                  <a:lnTo>
                    <a:pt x="3231795" y="6544413"/>
                  </a:lnTo>
                  <a:lnTo>
                    <a:pt x="3231795" y="6542374"/>
                  </a:lnTo>
                  <a:lnTo>
                    <a:pt x="2937642" y="6527520"/>
                  </a:lnTo>
                  <a:cubicBezTo>
                    <a:pt x="1287611" y="6359951"/>
                    <a:pt x="0" y="4966448"/>
                    <a:pt x="0" y="3272207"/>
                  </a:cubicBezTo>
                  <a:cubicBezTo>
                    <a:pt x="0" y="1577968"/>
                    <a:pt x="1287611" y="184465"/>
                    <a:pt x="2937642" y="16895"/>
                  </a:cubicBezTo>
                  <a:lnTo>
                    <a:pt x="3231795" y="2042"/>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93A63ED0-841C-F782-6653-979D22DF6C95}"/>
                </a:ext>
              </a:extLst>
            </p:cNvPr>
            <p:cNvSpPr/>
            <p:nvPr userDrawn="1"/>
          </p:nvSpPr>
          <p:spPr>
            <a:xfrm flipH="1">
              <a:off x="152400" y="148976"/>
              <a:ext cx="3267814" cy="6544192"/>
            </a:xfrm>
            <a:custGeom>
              <a:avLst/>
              <a:gdLst>
                <a:gd name="connsiteX0" fmla="*/ 3267814 w 3267814"/>
                <a:gd name="connsiteY0" fmla="*/ 0 h 6544192"/>
                <a:gd name="connsiteX1" fmla="*/ 3103820 w 3267814"/>
                <a:gd name="connsiteY1" fmla="*/ 4147 h 6544192"/>
                <a:gd name="connsiteX2" fmla="*/ 0 w 3267814"/>
                <a:gd name="connsiteY2" fmla="*/ 3272096 h 6544192"/>
                <a:gd name="connsiteX3" fmla="*/ 3103820 w 3267814"/>
                <a:gd name="connsiteY3" fmla="*/ 6540046 h 6544192"/>
                <a:gd name="connsiteX4" fmla="*/ 3267814 w 3267814"/>
                <a:gd name="connsiteY4" fmla="*/ 6544192 h 6544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7814" h="6544192">
                  <a:moveTo>
                    <a:pt x="3267814" y="0"/>
                  </a:moveTo>
                  <a:lnTo>
                    <a:pt x="3103820" y="4147"/>
                  </a:lnTo>
                  <a:cubicBezTo>
                    <a:pt x="1374884" y="91787"/>
                    <a:pt x="0" y="1521381"/>
                    <a:pt x="0" y="3272096"/>
                  </a:cubicBezTo>
                  <a:cubicBezTo>
                    <a:pt x="0" y="5022812"/>
                    <a:pt x="1374884" y="6452406"/>
                    <a:pt x="3103820" y="6540046"/>
                  </a:cubicBezTo>
                  <a:lnTo>
                    <a:pt x="3267814" y="6544192"/>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743BBC8E-F678-5E09-880C-F49241B17E3F}"/>
                </a:ext>
              </a:extLst>
            </p:cNvPr>
            <p:cNvSpPr/>
            <p:nvPr userDrawn="1"/>
          </p:nvSpPr>
          <p:spPr>
            <a:xfrm rot="1580702" flipH="1">
              <a:off x="3668643" y="-88436"/>
              <a:ext cx="4005435" cy="7037751"/>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33401" y="533399"/>
            <a:ext cx="8555271" cy="1894055"/>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4934" y="2667001"/>
            <a:ext cx="8555271" cy="3648176"/>
          </a:xfrm>
        </p:spPr>
        <p:txBody>
          <a:bodyPr anchor="b">
            <a:normAutofit/>
          </a:bodyPr>
          <a:lstStyle>
            <a:lvl1pPr marL="457200" indent="-457200">
              <a:spcBef>
                <a:spcPts val="0"/>
              </a:spcBef>
              <a:buFont typeface="+mj-lt"/>
              <a:buAutoNum type="arabicPeriod"/>
              <a:defRPr sz="1800"/>
            </a:lvl1pPr>
            <a:lvl2pPr marL="685800" indent="-457200">
              <a:spcBef>
                <a:spcPts val="0"/>
              </a:spcBef>
              <a:buFont typeface="+mj-lt"/>
              <a:buAutoNum type="arabicPeriod"/>
              <a:defRPr sz="1800"/>
            </a:lvl2pPr>
            <a:lvl3pPr marL="800100" indent="-342900">
              <a:spcBef>
                <a:spcPts val="0"/>
              </a:spcBef>
              <a:buFont typeface="+mj-lt"/>
              <a:buAutoNum type="arabicPeriod"/>
              <a:defRPr sz="1800"/>
            </a:lvl3pPr>
            <a:lvl4pPr marL="1028700" indent="-342900">
              <a:spcBef>
                <a:spcPts val="0"/>
              </a:spcBef>
              <a:buFont typeface="+mj-lt"/>
              <a:buAutoNum type="arabicPeriod"/>
              <a:defRPr sz="1800"/>
            </a:lvl4pPr>
            <a:lvl5pPr marL="1257300" indent="-342900">
              <a:spcBef>
                <a:spcPts val="0"/>
              </a:spcBef>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4F1AC263-88EE-42CC-B640-B12BA856CF71}" type="datetime1">
              <a:rPr lang="en-US" smtClean="0"/>
              <a:t>12/13/2025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73360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33401" y="533399"/>
            <a:ext cx="8555271" cy="1894055"/>
          </a:xfrm>
        </p:spPr>
        <p:txBody>
          <a:bodyPr anchor="b">
            <a:normAutofit/>
          </a:bodyPr>
          <a:lstStyle>
            <a:lvl1pPr>
              <a:defRPr sz="4400"/>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401" y="168274"/>
            <a:ext cx="2884652"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8893929" y="168274"/>
            <a:ext cx="2202644" cy="365125"/>
          </a:xfrm>
        </p:spPr>
        <p:txBody>
          <a:bodyPr/>
          <a:lstStyle/>
          <a:p>
            <a:fld id="{4F1AC263-88EE-42CC-B640-B12BA856CF71}" type="datetime1">
              <a:rPr lang="en-US" smtClean="0"/>
              <a:t>12/13/2025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168274"/>
            <a:ext cx="511504" cy="365125"/>
          </a:xfrm>
        </p:spPr>
        <p:txBody>
          <a:bodyPr/>
          <a:lstStyle/>
          <a:p>
            <a:fld id="{AEAA3239-9EA4-4A65-A281-97F994456D9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4934" y="2667001"/>
            <a:ext cx="8555271" cy="3648176"/>
          </a:xfrm>
        </p:spPr>
        <p:txBody>
          <a:bodyPr anchor="b">
            <a:normAutofit/>
          </a:bodyPr>
          <a:lstStyle>
            <a:lvl1pPr marL="457200" indent="-457200">
              <a:spcBef>
                <a:spcPts val="0"/>
              </a:spcBef>
              <a:buFont typeface="+mj-lt"/>
              <a:buAutoNum type="arabicPeriod"/>
              <a:defRPr sz="1800"/>
            </a:lvl1pPr>
            <a:lvl2pPr marL="685800" indent="-457200">
              <a:spcBef>
                <a:spcPts val="0"/>
              </a:spcBef>
              <a:buFont typeface="+mj-lt"/>
              <a:buAutoNum type="arabicPeriod"/>
              <a:defRPr sz="1800"/>
            </a:lvl2pPr>
            <a:lvl3pPr marL="800100" indent="-342900">
              <a:spcBef>
                <a:spcPts val="0"/>
              </a:spcBef>
              <a:buFont typeface="+mj-lt"/>
              <a:buAutoNum type="arabicPeriod"/>
              <a:defRPr sz="1800"/>
            </a:lvl3pPr>
            <a:lvl4pPr marL="1028700" indent="-342900">
              <a:spcBef>
                <a:spcPts val="0"/>
              </a:spcBef>
              <a:buFont typeface="+mj-lt"/>
              <a:buAutoNum type="arabicPeriod"/>
              <a:defRPr sz="1800"/>
            </a:lvl4pPr>
            <a:lvl5pPr marL="1257300" indent="-342900">
              <a:spcBef>
                <a:spcPts val="0"/>
              </a:spcBef>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a:extLst>
              <a:ext uri="{FF2B5EF4-FFF2-40B4-BE49-F238E27FC236}">
                <a16:creationId xmlns:a16="http://schemas.microsoft.com/office/drawing/2014/main" id="{F69FBBFF-942B-79B0-35F0-FC81FA669E6F}"/>
              </a:ext>
            </a:extLst>
          </p:cNvPr>
          <p:cNvGrpSpPr/>
          <p:nvPr userDrawn="1"/>
        </p:nvGrpSpPr>
        <p:grpSpPr>
          <a:xfrm flipH="1">
            <a:off x="10916580" y="6324600"/>
            <a:ext cx="1123020" cy="452960"/>
            <a:chOff x="2207201" y="-990600"/>
            <a:chExt cx="1500864" cy="605360"/>
          </a:xfrm>
          <a:solidFill>
            <a:schemeClr val="accent2"/>
          </a:solidFill>
        </p:grpSpPr>
        <p:sp>
          <p:nvSpPr>
            <p:cNvPr id="8" name="Freeform 7">
              <a:extLst>
                <a:ext uri="{FF2B5EF4-FFF2-40B4-BE49-F238E27FC236}">
                  <a16:creationId xmlns:a16="http://schemas.microsoft.com/office/drawing/2014/main" id="{D6F0A3B8-40E2-6B84-C294-7F594A3E4C36}"/>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6ADC354A-3DD4-41C3-231A-1D86286A2168}"/>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82B4E6-6D45-6439-DA92-7BFFF3E02836}"/>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724881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4"/>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517B4121-BA4A-EFA6-8E03-EB8EC9D6853D}"/>
              </a:ext>
            </a:extLst>
          </p:cNvPr>
          <p:cNvSpPr/>
          <p:nvPr userDrawn="1"/>
        </p:nvSpPr>
        <p:spPr>
          <a:xfrm>
            <a:off x="5026907" y="148866"/>
            <a:ext cx="7012693" cy="6544413"/>
          </a:xfrm>
          <a:custGeom>
            <a:avLst/>
            <a:gdLst>
              <a:gd name="connsiteX0" fmla="*/ 3231795 w 7012693"/>
              <a:gd name="connsiteY0" fmla="*/ 0 h 6544413"/>
              <a:gd name="connsiteX1" fmla="*/ 3272207 w 7012693"/>
              <a:gd name="connsiteY1" fmla="*/ 0 h 6544413"/>
              <a:gd name="connsiteX2" fmla="*/ 7012693 w 7012693"/>
              <a:gd name="connsiteY2" fmla="*/ 0 h 6544413"/>
              <a:gd name="connsiteX3" fmla="*/ 7012693 w 7012693"/>
              <a:gd name="connsiteY3" fmla="*/ 6544413 h 6544413"/>
              <a:gd name="connsiteX4" fmla="*/ 3272207 w 7012693"/>
              <a:gd name="connsiteY4" fmla="*/ 6544413 h 6544413"/>
              <a:gd name="connsiteX5" fmla="*/ 3231795 w 7012693"/>
              <a:gd name="connsiteY5" fmla="*/ 6544413 h 6544413"/>
              <a:gd name="connsiteX6" fmla="*/ 3231795 w 7012693"/>
              <a:gd name="connsiteY6" fmla="*/ 6542374 h 6544413"/>
              <a:gd name="connsiteX7" fmla="*/ 2937642 w 7012693"/>
              <a:gd name="connsiteY7" fmla="*/ 6527520 h 6544413"/>
              <a:gd name="connsiteX8" fmla="*/ 0 w 7012693"/>
              <a:gd name="connsiteY8" fmla="*/ 3272207 h 6544413"/>
              <a:gd name="connsiteX9" fmla="*/ 2937642 w 7012693"/>
              <a:gd name="connsiteY9" fmla="*/ 16895 h 6544413"/>
              <a:gd name="connsiteX10" fmla="*/ 3231795 w 70126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12693" h="6544413">
                <a:moveTo>
                  <a:pt x="3231795" y="0"/>
                </a:moveTo>
                <a:lnTo>
                  <a:pt x="3272207" y="0"/>
                </a:lnTo>
                <a:lnTo>
                  <a:pt x="7012693" y="0"/>
                </a:lnTo>
                <a:lnTo>
                  <a:pt x="7012693" y="6544413"/>
                </a:lnTo>
                <a:lnTo>
                  <a:pt x="3272207" y="6544413"/>
                </a:lnTo>
                <a:lnTo>
                  <a:pt x="3231795" y="6544413"/>
                </a:lnTo>
                <a:lnTo>
                  <a:pt x="3231795" y="6542374"/>
                </a:lnTo>
                <a:lnTo>
                  <a:pt x="2937642" y="6527520"/>
                </a:lnTo>
                <a:cubicBezTo>
                  <a:pt x="1287612" y="6359951"/>
                  <a:pt x="0" y="4966448"/>
                  <a:pt x="0" y="3272207"/>
                </a:cubicBezTo>
                <a:cubicBezTo>
                  <a:pt x="0" y="1577968"/>
                  <a:pt x="1287612" y="184465"/>
                  <a:pt x="2937642" y="16895"/>
                </a:cubicBezTo>
                <a:lnTo>
                  <a:pt x="3231795" y="204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C1D7524E-581B-3BE6-88A7-1F6403D75A6D}"/>
              </a:ext>
            </a:extLst>
          </p:cNvPr>
          <p:cNvSpPr/>
          <p:nvPr userDrawn="1"/>
        </p:nvSpPr>
        <p:spPr>
          <a:xfrm flipH="1">
            <a:off x="152400" y="1908515"/>
            <a:ext cx="372214" cy="3025114"/>
          </a:xfrm>
          <a:custGeom>
            <a:avLst/>
            <a:gdLst>
              <a:gd name="connsiteX0" fmla="*/ 372214 w 372214"/>
              <a:gd name="connsiteY0" fmla="*/ 0 h 3025114"/>
              <a:gd name="connsiteX1" fmla="*/ 257146 w 372214"/>
              <a:gd name="connsiteY1" fmla="*/ 238867 h 3025114"/>
              <a:gd name="connsiteX2" fmla="*/ 0 w 372214"/>
              <a:gd name="connsiteY2" fmla="*/ 1512557 h 3025114"/>
              <a:gd name="connsiteX3" fmla="*/ 257146 w 372214"/>
              <a:gd name="connsiteY3" fmla="*/ 2786248 h 3025114"/>
              <a:gd name="connsiteX4" fmla="*/ 372214 w 372214"/>
              <a:gd name="connsiteY4" fmla="*/ 3025114 h 3025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14" h="3025114">
                <a:moveTo>
                  <a:pt x="372214" y="0"/>
                </a:moveTo>
                <a:lnTo>
                  <a:pt x="257146" y="238867"/>
                </a:lnTo>
                <a:cubicBezTo>
                  <a:pt x="91564" y="630348"/>
                  <a:pt x="0" y="1060760"/>
                  <a:pt x="0" y="1512557"/>
                </a:cubicBezTo>
                <a:cubicBezTo>
                  <a:pt x="0" y="1964355"/>
                  <a:pt x="91564" y="2394767"/>
                  <a:pt x="257146" y="2786248"/>
                </a:cubicBezTo>
                <a:lnTo>
                  <a:pt x="372214" y="302511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400800" y="533401"/>
            <a:ext cx="5257799" cy="1905000"/>
          </a:xfrm>
        </p:spPr>
        <p:txBody>
          <a:bodyPr anchor="b">
            <a:normAutofit/>
          </a:bodyPr>
          <a:lstStyle>
            <a:lvl1pPr>
              <a:defRPr sz="4400"/>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400799" y="6343955"/>
            <a:ext cx="3428999"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829799" y="6343955"/>
            <a:ext cx="1266773" cy="365125"/>
          </a:xfrm>
        </p:spPr>
        <p:txBody>
          <a:bodyPr/>
          <a:lstStyle/>
          <a:p>
            <a:fld id="{4F1AC263-88EE-42CC-B640-B12BA856CF71}" type="datetime1">
              <a:rPr lang="en-US" smtClean="0"/>
              <a:t>12/13/2025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0" name="Picture Placeholder 15">
            <a:extLst>
              <a:ext uri="{FF2B5EF4-FFF2-40B4-BE49-F238E27FC236}">
                <a16:creationId xmlns:a16="http://schemas.microsoft.com/office/drawing/2014/main" id="{D8208813-A8DA-EF20-9D88-922C5718FB25}"/>
              </a:ext>
            </a:extLst>
          </p:cNvPr>
          <p:cNvSpPr>
            <a:spLocks noGrp="1"/>
          </p:cNvSpPr>
          <p:nvPr>
            <p:ph type="pic" sz="quarter" idx="14"/>
          </p:nvPr>
        </p:nvSpPr>
        <p:spPr>
          <a:xfrm>
            <a:off x="396742" y="153353"/>
            <a:ext cx="4758037" cy="6554174"/>
          </a:xfrm>
          <a:custGeom>
            <a:avLst/>
            <a:gdLst>
              <a:gd name="connsiteX0" fmla="*/ 3336712 w 4758037"/>
              <a:gd name="connsiteY0" fmla="*/ 1170 h 6554174"/>
              <a:gd name="connsiteX1" fmla="*/ 3940611 w 4758037"/>
              <a:gd name="connsiteY1" fmla="*/ 123689 h 6554174"/>
              <a:gd name="connsiteX2" fmla="*/ 4173731 w 4758037"/>
              <a:gd name="connsiteY2" fmla="*/ 4165845 h 6554174"/>
              <a:gd name="connsiteX3" fmla="*/ 817427 w 4758037"/>
              <a:gd name="connsiteY3" fmla="*/ 6430485 h 6554174"/>
              <a:gd name="connsiteX4" fmla="*/ 584307 w 4758037"/>
              <a:gd name="connsiteY4" fmla="*/ 2388329 h 6554174"/>
              <a:gd name="connsiteX5" fmla="*/ 3336712 w 4758037"/>
              <a:gd name="connsiteY5" fmla="*/ 1170 h 6554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037" h="6554174">
                <a:moveTo>
                  <a:pt x="3336712" y="1170"/>
                </a:moveTo>
                <a:cubicBezTo>
                  <a:pt x="3550932" y="-7477"/>
                  <a:pt x="3754762" y="31655"/>
                  <a:pt x="3940611" y="123689"/>
                </a:cubicBezTo>
                <a:cubicBezTo>
                  <a:pt x="4931803" y="614536"/>
                  <a:pt x="5036174" y="2424270"/>
                  <a:pt x="4173731" y="4165845"/>
                </a:cubicBezTo>
                <a:cubicBezTo>
                  <a:pt x="3311287" y="5907419"/>
                  <a:pt x="1808620" y="6921333"/>
                  <a:pt x="817427" y="6430485"/>
                </a:cubicBezTo>
                <a:cubicBezTo>
                  <a:pt x="-173765" y="5939638"/>
                  <a:pt x="-278136" y="4129904"/>
                  <a:pt x="584307" y="2388329"/>
                </a:cubicBezTo>
                <a:cubicBezTo>
                  <a:pt x="1285043" y="973300"/>
                  <a:pt x="2408426" y="38641"/>
                  <a:pt x="3336712" y="1170"/>
                </a:cubicBezTo>
                <a:close/>
              </a:path>
            </a:pathLst>
          </a:custGeom>
          <a:blipFill dpi="0" rotWithShape="1">
            <a:blip r:embed="rId2">
              <a:alphaModFix amt="60000"/>
            </a:blip>
            <a:srcRect/>
            <a:stretch>
              <a:fillRect/>
            </a:stretch>
          </a:blipFill>
        </p:spPr>
        <p:txBody>
          <a:bodyPr wrap="square">
            <a:noAutofit/>
          </a:bodyPr>
          <a:lstStyle/>
          <a:p>
            <a:endParaRPr lang="en-US" dirty="0"/>
          </a:p>
        </p:txBody>
      </p:sp>
      <p:sp>
        <p:nvSpPr>
          <p:cNvPr id="11" name="Content Placeholder 6">
            <a:extLst>
              <a:ext uri="{FF2B5EF4-FFF2-40B4-BE49-F238E27FC236}">
                <a16:creationId xmlns:a16="http://schemas.microsoft.com/office/drawing/2014/main" id="{63D284DF-0198-A2F3-34F4-E06BE4881128}"/>
              </a:ext>
            </a:extLst>
          </p:cNvPr>
          <p:cNvSpPr>
            <a:spLocks noGrp="1"/>
          </p:cNvSpPr>
          <p:nvPr>
            <p:ph sz="quarter" idx="15"/>
          </p:nvPr>
        </p:nvSpPr>
        <p:spPr>
          <a:xfrm>
            <a:off x="6400801" y="2726267"/>
            <a:ext cx="5257799"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594241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4">
            <a:alpha val="1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1618BB7-0E34-97A6-1EB4-BE34C533F82D}"/>
              </a:ext>
            </a:extLst>
          </p:cNvPr>
          <p:cNvSpPr>
            <a:spLocks noGrp="1"/>
          </p:cNvSpPr>
          <p:nvPr>
            <p:ph type="title"/>
          </p:nvPr>
        </p:nvSpPr>
        <p:spPr>
          <a:xfrm>
            <a:off x="533400" y="2886465"/>
            <a:ext cx="4659735" cy="1645198"/>
          </a:xfrm>
        </p:spPr>
        <p:txBody>
          <a:bodyPr anchor="b"/>
          <a:lstStyle/>
          <a:p>
            <a:r>
              <a:rPr lang="en-US"/>
              <a:t>Click to edit Master title style</a:t>
            </a:r>
          </a:p>
        </p:txBody>
      </p:sp>
      <p:sp>
        <p:nvSpPr>
          <p:cNvPr id="14" name="Content Placeholder 7">
            <a:extLst>
              <a:ext uri="{FF2B5EF4-FFF2-40B4-BE49-F238E27FC236}">
                <a16:creationId xmlns:a16="http://schemas.microsoft.com/office/drawing/2014/main" id="{8146C8E0-C7B1-6C97-E3D5-040F26B8ECB6}"/>
              </a:ext>
            </a:extLst>
          </p:cNvPr>
          <p:cNvSpPr>
            <a:spLocks noGrp="1"/>
          </p:cNvSpPr>
          <p:nvPr>
            <p:ph sz="quarter" idx="14"/>
          </p:nvPr>
        </p:nvSpPr>
        <p:spPr>
          <a:xfrm>
            <a:off x="533399" y="4662650"/>
            <a:ext cx="4659735" cy="1681305"/>
          </a:xfrm>
        </p:spPr>
        <p:txBody>
          <a:bodyPr/>
          <a:lstStyle>
            <a:lvl1pPr>
              <a:buNone/>
              <a:defRPr>
                <a:latin typeface="+mn-lt"/>
              </a:defRPr>
            </a:lvl1pPr>
            <a:lvl2pPr>
              <a:buNone/>
              <a:defRPr>
                <a:latin typeface="+mn-lt"/>
              </a:defRPr>
            </a:lvl2pPr>
            <a:lvl3pPr>
              <a:buNone/>
              <a:defRPr>
                <a:latin typeface="+mn-lt"/>
              </a:defRPr>
            </a:lvl3pPr>
            <a:lvl4pPr>
              <a:buNone/>
              <a:defRPr>
                <a:latin typeface="+mn-lt"/>
              </a:defRPr>
            </a:lvl4pPr>
            <a:lvl5pPr>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12/13/2025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grpSp>
        <p:nvGrpSpPr>
          <p:cNvPr id="3" name="Group 2">
            <a:extLst>
              <a:ext uri="{FF2B5EF4-FFF2-40B4-BE49-F238E27FC236}">
                <a16:creationId xmlns:a16="http://schemas.microsoft.com/office/drawing/2014/main" id="{B504091C-4F29-1ED6-85D1-239E57863706}"/>
              </a:ext>
            </a:extLst>
          </p:cNvPr>
          <p:cNvGrpSpPr/>
          <p:nvPr userDrawn="1"/>
        </p:nvGrpSpPr>
        <p:grpSpPr>
          <a:xfrm>
            <a:off x="6096000" y="41886"/>
            <a:ext cx="5943600" cy="3539514"/>
            <a:chOff x="6096000" y="41886"/>
            <a:chExt cx="5943600" cy="3539514"/>
          </a:xfrm>
          <a:solidFill>
            <a:schemeClr val="accent4">
              <a:lumMod val="20000"/>
              <a:lumOff val="80000"/>
            </a:schemeClr>
          </a:solidFill>
        </p:grpSpPr>
        <p:sp>
          <p:nvSpPr>
            <p:cNvPr id="7" name="Freeform 6">
              <a:extLst>
                <a:ext uri="{FF2B5EF4-FFF2-40B4-BE49-F238E27FC236}">
                  <a16:creationId xmlns:a16="http://schemas.microsoft.com/office/drawing/2014/main" id="{A7779D61-C627-076D-9A78-D179D1749148}"/>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01D32E20-2C60-CF96-7696-C6E7505116D1}"/>
                </a:ext>
              </a:extLst>
            </p:cNvPr>
            <p:cNvSpPr/>
            <p:nvPr/>
          </p:nvSpPr>
          <p:spPr>
            <a:xfrm flipH="1">
              <a:off x="6096000" y="1612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F5BD25E-14E3-E0A9-53A9-102BB47868BD}"/>
                </a:ext>
              </a:extLst>
            </p:cNvPr>
            <p:cNvSpPr/>
            <p:nvPr/>
          </p:nvSpPr>
          <p:spPr>
            <a:xfrm rot="1580702" flipH="1">
              <a:off x="9512342" y="418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21998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accent4">
            <a:alpha val="1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ADEF54D-4160-5DF9-DD68-F71308AAB222}"/>
              </a:ext>
            </a:extLst>
          </p:cNvPr>
          <p:cNvGrpSpPr/>
          <p:nvPr userDrawn="1"/>
        </p:nvGrpSpPr>
        <p:grpSpPr>
          <a:xfrm flipH="1">
            <a:off x="152400" y="3318486"/>
            <a:ext cx="5943600" cy="3539514"/>
            <a:chOff x="6096000" y="3318486"/>
            <a:chExt cx="5943600" cy="3539514"/>
          </a:xfrm>
          <a:solidFill>
            <a:schemeClr val="accent4">
              <a:lumMod val="20000"/>
              <a:lumOff val="80000"/>
            </a:schemeClr>
          </a:solidFill>
        </p:grpSpPr>
        <p:sp>
          <p:nvSpPr>
            <p:cNvPr id="7" name="Freeform 6">
              <a:extLst>
                <a:ext uri="{FF2B5EF4-FFF2-40B4-BE49-F238E27FC236}">
                  <a16:creationId xmlns:a16="http://schemas.microsoft.com/office/drawing/2014/main" id="{F93B3037-0086-1CF3-29F1-87F5431D5504}"/>
                </a:ext>
              </a:extLst>
            </p:cNvPr>
            <p:cNvSpPr/>
            <p:nvPr/>
          </p:nvSpPr>
          <p:spPr>
            <a:xfrm>
              <a:off x="11651748" y="40247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3"/>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6F87EDF7-D74B-0BA8-7900-6A9EFFC7866D}"/>
                </a:ext>
              </a:extLst>
            </p:cNvPr>
            <p:cNvSpPr/>
            <p:nvPr/>
          </p:nvSpPr>
          <p:spPr>
            <a:xfrm flipH="1">
              <a:off x="6096000" y="34378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07C60FF-BE3F-20DA-69EA-B9C6B9C4266F}"/>
                </a:ext>
              </a:extLst>
            </p:cNvPr>
            <p:cNvSpPr/>
            <p:nvPr/>
          </p:nvSpPr>
          <p:spPr>
            <a:xfrm rot="1580702" flipH="1">
              <a:off x="9512342" y="33184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itle 11">
            <a:extLst>
              <a:ext uri="{FF2B5EF4-FFF2-40B4-BE49-F238E27FC236}">
                <a16:creationId xmlns:a16="http://schemas.microsoft.com/office/drawing/2014/main" id="{09661B4B-F50F-0E73-DCDE-68FFF7EE78FF}"/>
              </a:ext>
            </a:extLst>
          </p:cNvPr>
          <p:cNvSpPr>
            <a:spLocks noGrp="1"/>
          </p:cNvSpPr>
          <p:nvPr>
            <p:ph type="title"/>
          </p:nvPr>
        </p:nvSpPr>
        <p:spPr>
          <a:xfrm>
            <a:off x="533400" y="533399"/>
            <a:ext cx="4956175" cy="2521911"/>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73119" y="552783"/>
            <a:ext cx="4956175" cy="2895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12/13/2025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4903557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533400"/>
            <a:ext cx="4956175" cy="2521911"/>
          </a:xfrm>
        </p:spPr>
        <p:txBody>
          <a:bodyPr anchor="b">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33399" y="3461250"/>
            <a:ext cx="4956175" cy="2895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12/13/2025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grpSp>
        <p:nvGrpSpPr>
          <p:cNvPr id="15" name="Group 14">
            <a:extLst>
              <a:ext uri="{FF2B5EF4-FFF2-40B4-BE49-F238E27FC236}">
                <a16:creationId xmlns:a16="http://schemas.microsoft.com/office/drawing/2014/main" id="{24937C80-2D2B-680E-44B1-E087C65B872D}"/>
              </a:ext>
            </a:extLst>
          </p:cNvPr>
          <p:cNvGrpSpPr/>
          <p:nvPr userDrawn="1"/>
        </p:nvGrpSpPr>
        <p:grpSpPr>
          <a:xfrm>
            <a:off x="6096000" y="41886"/>
            <a:ext cx="5943600" cy="3539514"/>
            <a:chOff x="6096000" y="41886"/>
            <a:chExt cx="5943600" cy="3539514"/>
          </a:xfrm>
          <a:solidFill>
            <a:schemeClr val="accent4">
              <a:lumMod val="20000"/>
              <a:lumOff val="80000"/>
            </a:schemeClr>
          </a:solidFill>
        </p:grpSpPr>
        <p:sp>
          <p:nvSpPr>
            <p:cNvPr id="16" name="Freeform 15">
              <a:extLst>
                <a:ext uri="{FF2B5EF4-FFF2-40B4-BE49-F238E27FC236}">
                  <a16:creationId xmlns:a16="http://schemas.microsoft.com/office/drawing/2014/main" id="{C5BC9EAC-ED0F-B1FF-4B84-2C42F46E76EE}"/>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Oval 16">
              <a:extLst>
                <a:ext uri="{FF2B5EF4-FFF2-40B4-BE49-F238E27FC236}">
                  <a16:creationId xmlns:a16="http://schemas.microsoft.com/office/drawing/2014/main" id="{24A64B39-F459-D3F6-E483-60DD8BBDB4A3}"/>
                </a:ext>
              </a:extLst>
            </p:cNvPr>
            <p:cNvSpPr/>
            <p:nvPr/>
          </p:nvSpPr>
          <p:spPr>
            <a:xfrm flipH="1">
              <a:off x="6096000" y="1612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EC8AE27-B12C-0C07-1C85-AEF653C268A5}"/>
                </a:ext>
              </a:extLst>
            </p:cNvPr>
            <p:cNvSpPr/>
            <p:nvPr/>
          </p:nvSpPr>
          <p:spPr>
            <a:xfrm rot="1580702" flipH="1">
              <a:off x="9512342" y="418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46146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4">
            <a:alpha val="1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A956324-E79E-5311-FAEA-78BDEA633B37}"/>
              </a:ext>
            </a:extLst>
          </p:cNvPr>
          <p:cNvGrpSpPr/>
          <p:nvPr userDrawn="1"/>
        </p:nvGrpSpPr>
        <p:grpSpPr>
          <a:xfrm>
            <a:off x="152400" y="3318486"/>
            <a:ext cx="5943600" cy="3539514"/>
            <a:chOff x="152400" y="3318486"/>
            <a:chExt cx="5943600" cy="3539514"/>
          </a:xfrm>
          <a:solidFill>
            <a:schemeClr val="accent4">
              <a:lumMod val="20000"/>
              <a:lumOff val="80000"/>
            </a:schemeClr>
          </a:solidFill>
        </p:grpSpPr>
        <p:sp>
          <p:nvSpPr>
            <p:cNvPr id="7" name="Freeform 6">
              <a:extLst>
                <a:ext uri="{FF2B5EF4-FFF2-40B4-BE49-F238E27FC236}">
                  <a16:creationId xmlns:a16="http://schemas.microsoft.com/office/drawing/2014/main" id="{DB5D04A4-91F8-A2DD-A4D4-F76EA237127F}"/>
                </a:ext>
              </a:extLst>
            </p:cNvPr>
            <p:cNvSpPr/>
            <p:nvPr/>
          </p:nvSpPr>
          <p:spPr>
            <a:xfrm flipH="1">
              <a:off x="152400" y="4024783"/>
              <a:ext cx="387852" cy="2117500"/>
            </a:xfrm>
            <a:custGeom>
              <a:avLst/>
              <a:gdLst>
                <a:gd name="connsiteX0" fmla="*/ 387852 w 387852"/>
                <a:gd name="connsiteY0" fmla="*/ 0 h 2117500"/>
                <a:gd name="connsiteX1" fmla="*/ 332888 w 387852"/>
                <a:gd name="connsiteY1" fmla="*/ 66200 h 2117500"/>
                <a:gd name="connsiteX2" fmla="*/ 0 w 387852"/>
                <a:gd name="connsiteY2" fmla="*/ 1058749 h 2117500"/>
                <a:gd name="connsiteX3" fmla="*/ 332888 w 387852"/>
                <a:gd name="connsiteY3" fmla="*/ 2051300 h 2117500"/>
                <a:gd name="connsiteX4" fmla="*/ 387852 w 387852"/>
                <a:gd name="connsiteY4" fmla="*/ 21175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32888" y="66200"/>
                  </a:lnTo>
                  <a:cubicBezTo>
                    <a:pt x="123951" y="342123"/>
                    <a:pt x="0" y="685961"/>
                    <a:pt x="0" y="1058749"/>
                  </a:cubicBezTo>
                  <a:cubicBezTo>
                    <a:pt x="0" y="1431538"/>
                    <a:pt x="123951" y="1775377"/>
                    <a:pt x="332888" y="2051300"/>
                  </a:cubicBezTo>
                  <a:lnTo>
                    <a:pt x="387852" y="21175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5902568D-DC48-E5CC-71F4-202ADBA340FE}"/>
                </a:ext>
              </a:extLst>
            </p:cNvPr>
            <p:cNvSpPr/>
            <p:nvPr/>
          </p:nvSpPr>
          <p:spPr>
            <a:xfrm>
              <a:off x="2804601" y="34378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1AD0D60-E6CE-D4C2-D8B8-EFFA77FEC6F2}"/>
                </a:ext>
              </a:extLst>
            </p:cNvPr>
            <p:cNvSpPr/>
            <p:nvPr/>
          </p:nvSpPr>
          <p:spPr>
            <a:xfrm rot="20019298">
              <a:off x="665195" y="33184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533400"/>
            <a:ext cx="3491457" cy="4095475"/>
          </a:xfrm>
        </p:spPr>
        <p:txBody>
          <a:bodyPr anchor="t">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210" y="533401"/>
            <a:ext cx="6477389" cy="409547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12/13/2025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193123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533400"/>
            <a:ext cx="3496147" cy="4940661"/>
          </a:xfrm>
        </p:spPr>
        <p:txBody>
          <a:bodyPr anchor="t">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719323" y="533400"/>
            <a:ext cx="6775703" cy="494066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275421" y="6343955"/>
            <a:ext cx="2754126"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12/13/2025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grpSp>
        <p:nvGrpSpPr>
          <p:cNvPr id="14" name="Group 13">
            <a:extLst>
              <a:ext uri="{FF2B5EF4-FFF2-40B4-BE49-F238E27FC236}">
                <a16:creationId xmlns:a16="http://schemas.microsoft.com/office/drawing/2014/main" id="{31BF2374-506D-855A-832A-074FACDA022B}"/>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15" name="Freeform 14">
              <a:extLst>
                <a:ext uri="{FF2B5EF4-FFF2-40B4-BE49-F238E27FC236}">
                  <a16:creationId xmlns:a16="http://schemas.microsoft.com/office/drawing/2014/main" id="{590C6E65-F323-DADE-86C9-FA25FD9E7AC9}"/>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Oval 15">
              <a:extLst>
                <a:ext uri="{FF2B5EF4-FFF2-40B4-BE49-F238E27FC236}">
                  <a16:creationId xmlns:a16="http://schemas.microsoft.com/office/drawing/2014/main" id="{BB559C2A-F4A2-E664-808D-AB1B0FBBA6D4}"/>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48B5E5B1-3C3A-5AFD-C526-30ADECC00454}"/>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089597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533401"/>
            <a:ext cx="3491457" cy="2895600"/>
          </a:xfrm>
        </p:spPr>
        <p:txBody>
          <a:bodyPr anchor="t">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724012" y="545295"/>
            <a:ext cx="6934588" cy="579866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284589" y="6343955"/>
            <a:ext cx="2737611"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12/13/2025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grpSp>
        <p:nvGrpSpPr>
          <p:cNvPr id="9" name="Group 8">
            <a:extLst>
              <a:ext uri="{FF2B5EF4-FFF2-40B4-BE49-F238E27FC236}">
                <a16:creationId xmlns:a16="http://schemas.microsoft.com/office/drawing/2014/main" id="{6B5A8CDB-16A7-273D-4981-470B467D9948}"/>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10" name="Freeform 9">
              <a:extLst>
                <a:ext uri="{FF2B5EF4-FFF2-40B4-BE49-F238E27FC236}">
                  <a16:creationId xmlns:a16="http://schemas.microsoft.com/office/drawing/2014/main" id="{2E22F0C2-E1AE-EE25-FDAB-545FFE4BCA43}"/>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Oval 10">
              <a:extLst>
                <a:ext uri="{FF2B5EF4-FFF2-40B4-BE49-F238E27FC236}">
                  <a16:creationId xmlns:a16="http://schemas.microsoft.com/office/drawing/2014/main" id="{15BFDC7E-E2C6-0A9B-2A25-C1B6A4271333}"/>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CD9D56A1-D1F6-F239-3424-79DDB4C36D6A}"/>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19094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userDrawn="1">
            <p:ph type="title"/>
          </p:nvPr>
        </p:nvSpPr>
        <p:spPr>
          <a:xfrm>
            <a:off x="5156011" y="914400"/>
            <a:ext cx="6502589" cy="914804"/>
          </a:xfrm>
        </p:spPr>
        <p:txBody>
          <a:bodyPr anchor="b"/>
          <a:lstStyle/>
          <a:p>
            <a:r>
              <a:rPr lang="en-US" dirty="0"/>
              <a:t>Click to edit Master title style</a:t>
            </a:r>
          </a:p>
        </p:txBody>
      </p:sp>
      <p:sp>
        <p:nvSpPr>
          <p:cNvPr id="31" name="Picture Placeholder 10">
            <a:extLst>
              <a:ext uri="{FF2B5EF4-FFF2-40B4-BE49-F238E27FC236}">
                <a16:creationId xmlns:a16="http://schemas.microsoft.com/office/drawing/2014/main" id="{C82DF238-DDEC-9FC9-CC13-1BA826395F8D}"/>
              </a:ext>
            </a:extLst>
          </p:cNvPr>
          <p:cNvSpPr>
            <a:spLocks noGrp="1"/>
          </p:cNvSpPr>
          <p:nvPr>
            <p:ph type="pic" sz="quarter" idx="13" hasCustomPrompt="1"/>
          </p:nvPr>
        </p:nvSpPr>
        <p:spPr>
          <a:xfrm>
            <a:off x="152400" y="152399"/>
            <a:ext cx="4493810" cy="655668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userDrawn="1">
            <p:ph type="ftr" sz="quarter" idx="16"/>
          </p:nvPr>
        </p:nvSpPr>
        <p:spPr>
          <a:xfrm>
            <a:off x="5156010" y="182329"/>
            <a:ext cx="3364903"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userDrawn="1">
            <p:ph type="dt" sz="half" idx="15"/>
          </p:nvPr>
        </p:nvSpPr>
        <p:spPr>
          <a:xfrm>
            <a:off x="9030713" y="182329"/>
            <a:ext cx="2060808" cy="365125"/>
          </a:xfrm>
        </p:spPr>
        <p:txBody>
          <a:bodyPr/>
          <a:lstStyle/>
          <a:p>
            <a:fld id="{9CBB6888-43ED-4D3A-B8DA-89EF29644561}" type="datetime1">
              <a:rPr lang="en-US" smtClean="0"/>
              <a:t>12/13/2025</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userDrawn="1">
            <p:ph type="sldNum" sz="quarter" idx="17"/>
          </p:nvPr>
        </p:nvSpPr>
        <p:spPr>
          <a:xfrm>
            <a:off x="11147096" y="182329"/>
            <a:ext cx="511504"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userDrawn="1">
            <p:ph sz="quarter" idx="14"/>
          </p:nvPr>
        </p:nvSpPr>
        <p:spPr>
          <a:xfrm>
            <a:off x="5157368" y="1978487"/>
            <a:ext cx="6501232" cy="303068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32" name="Group 31">
            <a:extLst>
              <a:ext uri="{FF2B5EF4-FFF2-40B4-BE49-F238E27FC236}">
                <a16:creationId xmlns:a16="http://schemas.microsoft.com/office/drawing/2014/main" id="{44868B88-9755-25E1-E039-0921FD90C285}"/>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33" name="Freeform 32">
              <a:extLst>
                <a:ext uri="{FF2B5EF4-FFF2-40B4-BE49-F238E27FC236}">
                  <a16:creationId xmlns:a16="http://schemas.microsoft.com/office/drawing/2014/main" id="{A65156E2-C456-88AF-2992-FB7677966382}"/>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Oval 33">
              <a:extLst>
                <a:ext uri="{FF2B5EF4-FFF2-40B4-BE49-F238E27FC236}">
                  <a16:creationId xmlns:a16="http://schemas.microsoft.com/office/drawing/2014/main" id="{0044C1F1-EB40-AFC0-8C3C-C1453E7F6BE9}"/>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B1B9D327-1CC3-249B-0953-B03A7BB8CDCA}"/>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183034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userDrawn="1">
            <p:ph type="title"/>
          </p:nvPr>
        </p:nvSpPr>
        <p:spPr>
          <a:xfrm>
            <a:off x="533401" y="914400"/>
            <a:ext cx="6426738" cy="911919"/>
          </a:xfrm>
        </p:spPr>
        <p:txBody>
          <a:bodyPr anchor="b"/>
          <a:lstStyle/>
          <a:p>
            <a:r>
              <a:rPr lang="en-US" dirty="0"/>
              <a:t>Click to edit Master title style</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userDrawn="1">
            <p:ph type="ftr" sz="quarter" idx="16"/>
          </p:nvPr>
        </p:nvSpPr>
        <p:spPr>
          <a:xfrm>
            <a:off x="525578" y="152400"/>
            <a:ext cx="2892601" cy="365125"/>
          </a:xfrm>
        </p:spPr>
        <p:txBody>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userDrawn="1">
            <p:ph type="dt" sz="half" idx="15"/>
          </p:nvPr>
        </p:nvSpPr>
        <p:spPr>
          <a:xfrm>
            <a:off x="4886895" y="152400"/>
            <a:ext cx="1607270" cy="365125"/>
          </a:xfrm>
        </p:spPr>
        <p:txBody>
          <a:bodyPr/>
          <a:lstStyle/>
          <a:p>
            <a:fld id="{27C7479B-2077-4468-85E0-F9294B46DEAE}" type="datetime1">
              <a:rPr lang="en-US" smtClean="0"/>
              <a:t>12/13/2025</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userDrawn="1">
            <p:ph type="sldNum" sz="quarter" idx="17"/>
          </p:nvPr>
        </p:nvSpPr>
        <p:spPr>
          <a:xfrm>
            <a:off x="6530932" y="152400"/>
            <a:ext cx="429207" cy="365125"/>
          </a:xfrm>
        </p:spPr>
        <p:txBody>
          <a:bodyPr/>
          <a:lstStyle/>
          <a:p>
            <a:fld id="{AEAA3239-9EA4-4A65-A281-97F994456D9F}"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userDrawn="1">
            <p:ph sz="quarter" idx="14"/>
          </p:nvPr>
        </p:nvSpPr>
        <p:spPr>
          <a:xfrm>
            <a:off x="533529" y="1975105"/>
            <a:ext cx="6418659" cy="300702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0">
            <a:extLst>
              <a:ext uri="{FF2B5EF4-FFF2-40B4-BE49-F238E27FC236}">
                <a16:creationId xmlns:a16="http://schemas.microsoft.com/office/drawing/2014/main" id="{F9718B75-2244-295D-B099-AD86B10AC77D}"/>
              </a:ext>
            </a:extLst>
          </p:cNvPr>
          <p:cNvSpPr>
            <a:spLocks noGrp="1"/>
          </p:cNvSpPr>
          <p:nvPr>
            <p:ph type="pic" sz="quarter" idx="13" hasCustomPrompt="1"/>
          </p:nvPr>
        </p:nvSpPr>
        <p:spPr>
          <a:xfrm>
            <a:off x="7545790" y="152399"/>
            <a:ext cx="4493810" cy="6556681"/>
          </a:xfrm>
          <a:blipFill dpi="0" rotWithShape="1">
            <a:blip r:embed="rId2">
              <a:alphaModFix amt="60000"/>
            </a:blip>
            <a:srcRect/>
            <a:stretch>
              <a:fillRect/>
            </a:stretch>
          </a:blipFill>
        </p:spPr>
        <p:txBody>
          <a:bodyPr/>
          <a:lstStyle>
            <a:lvl1pPr marL="0" indent="0">
              <a:buNone/>
              <a:defRPr/>
            </a:lvl1pPr>
          </a:lstStyle>
          <a:p>
            <a:r>
              <a:rPr lang="en-US" dirty="0"/>
              <a:t>   </a:t>
            </a:r>
          </a:p>
        </p:txBody>
      </p:sp>
      <p:grpSp>
        <p:nvGrpSpPr>
          <p:cNvPr id="19" name="Group 18">
            <a:extLst>
              <a:ext uri="{FF2B5EF4-FFF2-40B4-BE49-F238E27FC236}">
                <a16:creationId xmlns:a16="http://schemas.microsoft.com/office/drawing/2014/main" id="{13F2C6E6-3D54-7D38-EDEB-E5EE273DAE44}"/>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20" name="Freeform 19">
              <a:extLst>
                <a:ext uri="{FF2B5EF4-FFF2-40B4-BE49-F238E27FC236}">
                  <a16:creationId xmlns:a16="http://schemas.microsoft.com/office/drawing/2014/main" id="{BAFD9A45-3E86-BF62-5663-0C530EE9CC8A}"/>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Oval 20">
              <a:extLst>
                <a:ext uri="{FF2B5EF4-FFF2-40B4-BE49-F238E27FC236}">
                  <a16:creationId xmlns:a16="http://schemas.microsoft.com/office/drawing/2014/main" id="{CB6B511D-542C-AE3A-C367-072C736719FD}"/>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46588502-08BF-DA35-C936-9BC128FD158C}"/>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688094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7026432" cy="932688"/>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152399"/>
            <a:ext cx="3870960" cy="6556681"/>
          </a:xfrm>
          <a:blipFill dpi="0" rotWithShape="1">
            <a:blip r:embed="rId2">
              <a:alphaModFix amt="60000"/>
            </a:blip>
            <a:srcRect/>
            <a:stretch>
              <a:fillRect l="-8307" r="-8307"/>
            </a:stretch>
          </a:blipFill>
        </p:spPr>
        <p:txBody>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152400"/>
            <a:ext cx="3422906" cy="365125"/>
          </a:xfrm>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152400"/>
            <a:ext cx="2150873" cy="365125"/>
          </a:xfrm>
        </p:spPr>
        <p:txBody>
          <a:bodyPr/>
          <a:lstStyle/>
          <a:p>
            <a:fld id="{28E9021D-675F-4984-8FE0-04DA4F4E22F1}" type="datetime1">
              <a:rPr lang="en-US" smtClean="0"/>
              <a:t>12/13/2025</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152400"/>
            <a:ext cx="511504"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7026432" cy="369258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2" name="Group 11">
            <a:extLst>
              <a:ext uri="{FF2B5EF4-FFF2-40B4-BE49-F238E27FC236}">
                <a16:creationId xmlns:a16="http://schemas.microsoft.com/office/drawing/2014/main" id="{F6651F56-0428-E9E3-E29D-2D1C9892CC5E}"/>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13" name="Freeform 12">
              <a:extLst>
                <a:ext uri="{FF2B5EF4-FFF2-40B4-BE49-F238E27FC236}">
                  <a16:creationId xmlns:a16="http://schemas.microsoft.com/office/drawing/2014/main" id="{67987B20-ED21-510A-3235-2EC20D4A49A8}"/>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Oval 13">
              <a:extLst>
                <a:ext uri="{FF2B5EF4-FFF2-40B4-BE49-F238E27FC236}">
                  <a16:creationId xmlns:a16="http://schemas.microsoft.com/office/drawing/2014/main" id="{897BF58C-338B-6C9A-B23C-C647AE1992EF}"/>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495E5F3-0651-6FEC-D3E3-DE0070C30C73}"/>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125821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3400"/>
            <a:ext cx="6937247" cy="951766"/>
          </a:xfrm>
        </p:spPr>
        <p:txBody>
          <a:bodyPr anchor="t"/>
          <a:lstStyle/>
          <a:p>
            <a:r>
              <a:rPr lang="en-US" dirty="0"/>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152400"/>
            <a:ext cx="2884653"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152400"/>
            <a:ext cx="2925587" cy="365125"/>
          </a:xfrm>
        </p:spPr>
        <p:txBody>
          <a:bodyPr/>
          <a:lstStyle/>
          <a:p>
            <a:fld id="{A7F72289-EB8A-47CA-A283-A769C9E761BF}" type="datetime1">
              <a:rPr lang="en-US" smtClean="0"/>
              <a:t>12/13/2025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152400"/>
            <a:ext cx="429207"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1627632"/>
            <a:ext cx="6937247" cy="3695647"/>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3" y="152400"/>
            <a:ext cx="3947868" cy="6553200"/>
          </a:xfrm>
          <a:blipFill dpi="0" rotWithShape="1">
            <a:blip r:embed="rId2">
              <a:alphaModFix amt="60000"/>
            </a:blip>
            <a:srcRect/>
            <a:stretch>
              <a:fillRect l="-7141" r="-7141"/>
            </a:stretch>
          </a:blipFill>
        </p:spPr>
        <p:txBody>
          <a:bodyPr/>
          <a:lstStyle>
            <a:lvl1pPr marL="0" indent="0">
              <a:buNone/>
              <a:defRPr/>
            </a:lvl1pPr>
          </a:lstStyle>
          <a:p>
            <a:r>
              <a:rPr lang="en-US" dirty="0"/>
              <a:t>   </a:t>
            </a:r>
          </a:p>
        </p:txBody>
      </p:sp>
      <p:grpSp>
        <p:nvGrpSpPr>
          <p:cNvPr id="3" name="Group 2">
            <a:extLst>
              <a:ext uri="{FF2B5EF4-FFF2-40B4-BE49-F238E27FC236}">
                <a16:creationId xmlns:a16="http://schemas.microsoft.com/office/drawing/2014/main" id="{40E9842E-5272-9733-6CC4-02E9C7D3ACCC}"/>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5" name="Freeform 4">
              <a:extLst>
                <a:ext uri="{FF2B5EF4-FFF2-40B4-BE49-F238E27FC236}">
                  <a16:creationId xmlns:a16="http://schemas.microsoft.com/office/drawing/2014/main" id="{F3EA5D10-69C6-486A-0777-80B2B1196F93}"/>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Oval 5">
              <a:extLst>
                <a:ext uri="{FF2B5EF4-FFF2-40B4-BE49-F238E27FC236}">
                  <a16:creationId xmlns:a16="http://schemas.microsoft.com/office/drawing/2014/main" id="{C732797C-F723-8ACE-B7B8-9CDDFB2722C4}"/>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8465403B-247E-0342-87D7-FBD05DB35C46}"/>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6237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5">
    <p:bg>
      <p:bgPr>
        <a:solidFill>
          <a:schemeClr val="accent4">
            <a:alpha val="10000"/>
          </a:schemeClr>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AD30C9-F45F-E304-CAAE-620975FF3993}"/>
              </a:ext>
            </a:extLst>
          </p:cNvPr>
          <p:cNvGrpSpPr/>
          <p:nvPr userDrawn="1"/>
        </p:nvGrpSpPr>
        <p:grpSpPr>
          <a:xfrm flipH="1">
            <a:off x="6945243" y="-88436"/>
            <a:ext cx="5086151" cy="7037751"/>
            <a:chOff x="152400" y="-88436"/>
            <a:chExt cx="5086151" cy="7037751"/>
          </a:xfrm>
          <a:solidFill>
            <a:schemeClr val="accent4">
              <a:lumMod val="20000"/>
              <a:lumOff val="80000"/>
            </a:schemeClr>
          </a:solidFill>
        </p:grpSpPr>
        <p:sp>
          <p:nvSpPr>
            <p:cNvPr id="13" name="Freeform 12">
              <a:extLst>
                <a:ext uri="{FF2B5EF4-FFF2-40B4-BE49-F238E27FC236}">
                  <a16:creationId xmlns:a16="http://schemas.microsoft.com/office/drawing/2014/main" id="{A1CB0EAB-471B-8235-B382-D2BEBB49C120}"/>
                </a:ext>
              </a:extLst>
            </p:cNvPr>
            <p:cNvSpPr/>
            <p:nvPr/>
          </p:nvSpPr>
          <p:spPr>
            <a:xfrm flipH="1" flipV="1">
              <a:off x="152400" y="1261054"/>
              <a:ext cx="832287" cy="4357503"/>
            </a:xfrm>
            <a:custGeom>
              <a:avLst/>
              <a:gdLst>
                <a:gd name="connsiteX0" fmla="*/ 832287 w 832287"/>
                <a:gd name="connsiteY0" fmla="*/ 4357503 h 4357503"/>
                <a:gd name="connsiteX1" fmla="*/ 661895 w 832287"/>
                <a:gd name="connsiteY1" fmla="*/ 4152276 h 4357503"/>
                <a:gd name="connsiteX2" fmla="*/ 0 w 832287"/>
                <a:gd name="connsiteY2" fmla="*/ 2178750 h 4357503"/>
                <a:gd name="connsiteX3" fmla="*/ 661895 w 832287"/>
                <a:gd name="connsiteY3" fmla="*/ 205226 h 4357503"/>
                <a:gd name="connsiteX4" fmla="*/ 832287 w 832287"/>
                <a:gd name="connsiteY4" fmla="*/ 0 h 4357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87" h="4357503">
                  <a:moveTo>
                    <a:pt x="832287" y="4357503"/>
                  </a:moveTo>
                  <a:lnTo>
                    <a:pt x="661895" y="4152276"/>
                  </a:lnTo>
                  <a:cubicBezTo>
                    <a:pt x="246457" y="3603648"/>
                    <a:pt x="0" y="2919981"/>
                    <a:pt x="0" y="2178750"/>
                  </a:cubicBezTo>
                  <a:cubicBezTo>
                    <a:pt x="0" y="1437521"/>
                    <a:pt x="246457" y="753854"/>
                    <a:pt x="661895" y="205226"/>
                  </a:cubicBezTo>
                  <a:lnTo>
                    <a:pt x="832287"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Oval 13">
              <a:extLst>
                <a:ext uri="{FF2B5EF4-FFF2-40B4-BE49-F238E27FC236}">
                  <a16:creationId xmlns:a16="http://schemas.microsoft.com/office/drawing/2014/main" id="{9ABA074B-4573-A8F8-7575-45EAEAFEAD20}"/>
                </a:ext>
              </a:extLst>
            </p:cNvPr>
            <p:cNvSpPr/>
            <p:nvPr/>
          </p:nvSpPr>
          <p:spPr>
            <a:xfrm rot="1580702" flipV="1">
              <a:off x="1233116"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2" y="533399"/>
            <a:ext cx="4564047" cy="1295065"/>
          </a:xfrm>
        </p:spPr>
        <p:txBody>
          <a:bodyPr anchor="b">
            <a:normAutofit/>
          </a:bodyPr>
          <a:lstStyle>
            <a:lvl1pPr>
              <a:defRPr sz="2800"/>
            </a:lvl1pPr>
          </a:lstStyle>
          <a:p>
            <a:r>
              <a:rPr lang="en-US" dirty="0"/>
              <a:t>Click to edit Master title style</a:t>
            </a:r>
          </a:p>
        </p:txBody>
      </p:sp>
      <p:sp>
        <p:nvSpPr>
          <p:cNvPr id="15" name="Picture Placeholder 14">
            <a:extLst>
              <a:ext uri="{FF2B5EF4-FFF2-40B4-BE49-F238E27FC236}">
                <a16:creationId xmlns:a16="http://schemas.microsoft.com/office/drawing/2014/main" id="{D7F6706A-B945-9D23-DD5A-CB965502FA3F}"/>
              </a:ext>
            </a:extLst>
          </p:cNvPr>
          <p:cNvSpPr>
            <a:spLocks noGrp="1"/>
          </p:cNvSpPr>
          <p:nvPr>
            <p:ph type="pic" sz="quarter" idx="15" hasCustomPrompt="1"/>
          </p:nvPr>
        </p:nvSpPr>
        <p:spPr>
          <a:xfrm>
            <a:off x="152400" y="167600"/>
            <a:ext cx="6544414" cy="6541480"/>
          </a:xfrm>
          <a:custGeom>
            <a:avLst/>
            <a:gdLst>
              <a:gd name="connsiteX0" fmla="*/ 3272207 w 6544414"/>
              <a:gd name="connsiteY0" fmla="*/ 0 h 6541480"/>
              <a:gd name="connsiteX1" fmla="*/ 6544414 w 6544414"/>
              <a:gd name="connsiteY1" fmla="*/ 3272207 h 6541480"/>
              <a:gd name="connsiteX2" fmla="*/ 3440594 w 6544414"/>
              <a:gd name="connsiteY2" fmla="*/ 6540157 h 6541480"/>
              <a:gd name="connsiteX3" fmla="*/ 3388243 w 6544414"/>
              <a:gd name="connsiteY3" fmla="*/ 6541480 h 6541480"/>
              <a:gd name="connsiteX4" fmla="*/ 3156171 w 6544414"/>
              <a:gd name="connsiteY4" fmla="*/ 6541480 h 6541480"/>
              <a:gd name="connsiteX5" fmla="*/ 3103820 w 6544414"/>
              <a:gd name="connsiteY5" fmla="*/ 6540157 h 6541480"/>
              <a:gd name="connsiteX6" fmla="*/ 0 w 6544414"/>
              <a:gd name="connsiteY6" fmla="*/ 3272207 h 6541480"/>
              <a:gd name="connsiteX7" fmla="*/ 3272207 w 6544414"/>
              <a:gd name="connsiteY7" fmla="*/ 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4414" h="6541480">
                <a:moveTo>
                  <a:pt x="3272207" y="0"/>
                </a:moveTo>
                <a:cubicBezTo>
                  <a:pt x="5079397" y="0"/>
                  <a:pt x="6544414" y="1465017"/>
                  <a:pt x="6544414" y="3272207"/>
                </a:cubicBezTo>
                <a:cubicBezTo>
                  <a:pt x="6544414" y="5022923"/>
                  <a:pt x="5169530" y="6452517"/>
                  <a:pt x="3440594" y="6540157"/>
                </a:cubicBezTo>
                <a:lnTo>
                  <a:pt x="3388243" y="6541480"/>
                </a:lnTo>
                <a:lnTo>
                  <a:pt x="3156171" y="6541480"/>
                </a:lnTo>
                <a:lnTo>
                  <a:pt x="3103820" y="6540157"/>
                </a:lnTo>
                <a:cubicBezTo>
                  <a:pt x="1374884" y="6452517"/>
                  <a:pt x="0" y="5022923"/>
                  <a:pt x="0" y="3272207"/>
                </a:cubicBezTo>
                <a:cubicBezTo>
                  <a:pt x="0" y="1465017"/>
                  <a:pt x="1465017" y="0"/>
                  <a:pt x="3272207" y="0"/>
                </a:cubicBezTo>
                <a:close/>
              </a:path>
            </a:pathLst>
          </a:custGeom>
          <a:blipFill dpi="0" rotWithShape="1">
            <a:blip r:embed="rId2">
              <a:alphaModFix amt="60000"/>
            </a:blip>
            <a:srcRect/>
            <a:stretch>
              <a:fillRect t="-1305" b="-1305"/>
            </a:stretch>
          </a:blipFill>
        </p:spPr>
        <p:txBody>
          <a:bodyPr wrap="square">
            <a:noAutofit/>
          </a:bodyPr>
          <a:lstStyle>
            <a:lvl1pPr>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94552" y="1975104"/>
            <a:ext cx="4574383" cy="436885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74049900-C118-46F7-B9EF-5F7C1F0005B2}" type="datetime1">
              <a:rPr lang="en-US" smtClean="0"/>
              <a:t>12/13/2025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532176"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0477345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6">
    <p:bg>
      <p:bgPr>
        <a:solidFill>
          <a:schemeClr val="accent4">
            <a:alpha val="10000"/>
          </a:schemeClr>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66CB8499-8357-5EA4-C686-01EAE71250FC}"/>
              </a:ext>
            </a:extLst>
          </p:cNvPr>
          <p:cNvGrpSpPr/>
          <p:nvPr userDrawn="1"/>
        </p:nvGrpSpPr>
        <p:grpSpPr>
          <a:xfrm>
            <a:off x="152400" y="-88436"/>
            <a:ext cx="5086151" cy="7037751"/>
            <a:chOff x="152400" y="-88436"/>
            <a:chExt cx="5086151" cy="7037751"/>
          </a:xfrm>
          <a:solidFill>
            <a:schemeClr val="accent4">
              <a:lumMod val="20000"/>
              <a:lumOff val="80000"/>
            </a:schemeClr>
          </a:solidFill>
        </p:grpSpPr>
        <p:sp>
          <p:nvSpPr>
            <p:cNvPr id="16" name="Freeform 15">
              <a:extLst>
                <a:ext uri="{FF2B5EF4-FFF2-40B4-BE49-F238E27FC236}">
                  <a16:creationId xmlns:a16="http://schemas.microsoft.com/office/drawing/2014/main" id="{94570F6F-AFE0-9B56-0855-C79983DD30C1}"/>
                </a:ext>
              </a:extLst>
            </p:cNvPr>
            <p:cNvSpPr/>
            <p:nvPr/>
          </p:nvSpPr>
          <p:spPr>
            <a:xfrm flipH="1" flipV="1">
              <a:off x="152400" y="1261054"/>
              <a:ext cx="832287" cy="4357503"/>
            </a:xfrm>
            <a:custGeom>
              <a:avLst/>
              <a:gdLst>
                <a:gd name="connsiteX0" fmla="*/ 832287 w 832287"/>
                <a:gd name="connsiteY0" fmla="*/ 4357503 h 4357503"/>
                <a:gd name="connsiteX1" fmla="*/ 661895 w 832287"/>
                <a:gd name="connsiteY1" fmla="*/ 4152276 h 4357503"/>
                <a:gd name="connsiteX2" fmla="*/ 0 w 832287"/>
                <a:gd name="connsiteY2" fmla="*/ 2178750 h 4357503"/>
                <a:gd name="connsiteX3" fmla="*/ 661895 w 832287"/>
                <a:gd name="connsiteY3" fmla="*/ 205226 h 4357503"/>
                <a:gd name="connsiteX4" fmla="*/ 832287 w 832287"/>
                <a:gd name="connsiteY4" fmla="*/ 0 h 4357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87" h="4357503">
                  <a:moveTo>
                    <a:pt x="832287" y="4357503"/>
                  </a:moveTo>
                  <a:lnTo>
                    <a:pt x="661895" y="4152276"/>
                  </a:lnTo>
                  <a:cubicBezTo>
                    <a:pt x="246457" y="3603648"/>
                    <a:pt x="0" y="2919981"/>
                    <a:pt x="0" y="2178750"/>
                  </a:cubicBezTo>
                  <a:cubicBezTo>
                    <a:pt x="0" y="1437521"/>
                    <a:pt x="246457" y="753854"/>
                    <a:pt x="661895" y="205226"/>
                  </a:cubicBezTo>
                  <a:lnTo>
                    <a:pt x="832287"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Oval 13">
              <a:extLst>
                <a:ext uri="{FF2B5EF4-FFF2-40B4-BE49-F238E27FC236}">
                  <a16:creationId xmlns:a16="http://schemas.microsoft.com/office/drawing/2014/main" id="{434E4E6F-C713-1424-C1FE-52E40F7B5BDB}"/>
                </a:ext>
              </a:extLst>
            </p:cNvPr>
            <p:cNvSpPr/>
            <p:nvPr/>
          </p:nvSpPr>
          <p:spPr>
            <a:xfrm rot="1580702" flipV="1">
              <a:off x="1233116"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userDrawn="1">
            <p:ph type="title"/>
          </p:nvPr>
        </p:nvSpPr>
        <p:spPr>
          <a:xfrm>
            <a:off x="533401" y="538716"/>
            <a:ext cx="4573438" cy="1288169"/>
          </a:xfrm>
        </p:spPr>
        <p:txBody>
          <a:bodyPr anchor="b">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userDrawn="1">
            <p:ph sz="quarter" idx="14"/>
          </p:nvPr>
        </p:nvSpPr>
        <p:spPr>
          <a:xfrm>
            <a:off x="533401" y="1975103"/>
            <a:ext cx="4573438" cy="436885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1B1E69B2-56D1-36B4-B16D-18135A325F89}"/>
              </a:ext>
            </a:extLst>
          </p:cNvPr>
          <p:cNvSpPr>
            <a:spLocks noGrp="1"/>
          </p:cNvSpPr>
          <p:nvPr>
            <p:ph type="pic" sz="quarter" idx="15" hasCustomPrompt="1"/>
          </p:nvPr>
        </p:nvSpPr>
        <p:spPr>
          <a:xfrm>
            <a:off x="5486980" y="167600"/>
            <a:ext cx="6544414" cy="6541480"/>
          </a:xfrm>
          <a:custGeom>
            <a:avLst/>
            <a:gdLst>
              <a:gd name="connsiteX0" fmla="*/ 3272207 w 6544414"/>
              <a:gd name="connsiteY0" fmla="*/ 0 h 6541480"/>
              <a:gd name="connsiteX1" fmla="*/ 6544414 w 6544414"/>
              <a:gd name="connsiteY1" fmla="*/ 3272207 h 6541480"/>
              <a:gd name="connsiteX2" fmla="*/ 3440594 w 6544414"/>
              <a:gd name="connsiteY2" fmla="*/ 6540157 h 6541480"/>
              <a:gd name="connsiteX3" fmla="*/ 3388243 w 6544414"/>
              <a:gd name="connsiteY3" fmla="*/ 6541480 h 6541480"/>
              <a:gd name="connsiteX4" fmla="*/ 3156171 w 6544414"/>
              <a:gd name="connsiteY4" fmla="*/ 6541480 h 6541480"/>
              <a:gd name="connsiteX5" fmla="*/ 3103820 w 6544414"/>
              <a:gd name="connsiteY5" fmla="*/ 6540157 h 6541480"/>
              <a:gd name="connsiteX6" fmla="*/ 0 w 6544414"/>
              <a:gd name="connsiteY6" fmla="*/ 3272207 h 6541480"/>
              <a:gd name="connsiteX7" fmla="*/ 3272207 w 6544414"/>
              <a:gd name="connsiteY7" fmla="*/ 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4414" h="6541480">
                <a:moveTo>
                  <a:pt x="3272207" y="0"/>
                </a:moveTo>
                <a:cubicBezTo>
                  <a:pt x="5079397" y="0"/>
                  <a:pt x="6544414" y="1465017"/>
                  <a:pt x="6544414" y="3272207"/>
                </a:cubicBezTo>
                <a:cubicBezTo>
                  <a:pt x="6544414" y="5022923"/>
                  <a:pt x="5169530" y="6452517"/>
                  <a:pt x="3440594" y="6540157"/>
                </a:cubicBezTo>
                <a:lnTo>
                  <a:pt x="3388243" y="6541480"/>
                </a:lnTo>
                <a:lnTo>
                  <a:pt x="3156171" y="6541480"/>
                </a:lnTo>
                <a:lnTo>
                  <a:pt x="3103820" y="6540157"/>
                </a:lnTo>
                <a:cubicBezTo>
                  <a:pt x="1374884" y="6452517"/>
                  <a:pt x="0" y="5022923"/>
                  <a:pt x="0" y="3272207"/>
                </a:cubicBezTo>
                <a:cubicBezTo>
                  <a:pt x="0" y="1465017"/>
                  <a:pt x="1465017" y="0"/>
                  <a:pt x="3272207" y="0"/>
                </a:cubicBezTo>
                <a:close/>
              </a:path>
            </a:pathLst>
          </a:custGeom>
          <a:blipFill dpi="0" rotWithShape="1">
            <a:blip r:embed="rId2">
              <a:alphaModFix amt="60000"/>
            </a:blip>
            <a:srcRect/>
            <a:stretch>
              <a:fillRect/>
            </a:stretch>
          </a:blipFill>
        </p:spPr>
        <p:txBody>
          <a:bodyPr wrap="square">
            <a:noAutofit/>
          </a:bodyPr>
          <a:lstStyle>
            <a:lvl1pPr>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userDrawn="1">
            <p:ph type="ftr" sz="quarter" idx="11"/>
          </p:nvPr>
        </p:nvSpPr>
        <p:spPr>
          <a:xfrm>
            <a:off x="533400" y="6343955"/>
            <a:ext cx="2177996" cy="365125"/>
          </a:xfrm>
        </p:spPr>
        <p:txBody>
          <a:bodyPr/>
          <a:lstStyle>
            <a:lvl1pPr>
              <a:defRPr>
                <a:solidFill>
                  <a:schemeClr val="tx1"/>
                </a:solidFill>
                <a:effectLst/>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userDrawn="1">
            <p:ph type="dt" sz="half" idx="10"/>
          </p:nvPr>
        </p:nvSpPr>
        <p:spPr>
          <a:xfrm>
            <a:off x="3213651" y="6343955"/>
            <a:ext cx="1573037" cy="365125"/>
          </a:xfrm>
        </p:spPr>
        <p:txBody>
          <a:bodyPr/>
          <a:lstStyle/>
          <a:p>
            <a:fld id="{887B796E-5BDB-4A6E-9AF1-D89C4A830347}" type="datetime1">
              <a:rPr lang="en-US" smtClean="0"/>
              <a:t>12/13/2025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userDrawn="1">
            <p:ph type="sldNum" sz="quarter" idx="12"/>
          </p:nvPr>
        </p:nvSpPr>
        <p:spPr>
          <a:xfrm>
            <a:off x="4796658" y="6343955"/>
            <a:ext cx="429207" cy="365125"/>
          </a:xfrm>
        </p:spPr>
        <p:txBody>
          <a:bodyPr/>
          <a:lstStyle>
            <a:lvl1pPr>
              <a:defRPr>
                <a:solidFill>
                  <a:schemeClr val="tx1"/>
                </a:solidFill>
                <a:effectLst/>
              </a:defRPr>
            </a:lvl1pPr>
          </a:lstStyle>
          <a:p>
            <a:fld id="{AEAA3239-9EA4-4A65-A281-97F994456D9F}" type="slidenum">
              <a:rPr lang="en-US" smtClean="0"/>
              <a:t>‹#›</a:t>
            </a:fld>
            <a:endParaRPr lang="en-US"/>
          </a:p>
        </p:txBody>
      </p:sp>
    </p:spTree>
    <p:extLst>
      <p:ext uri="{BB962C8B-B14F-4D97-AF65-F5344CB8AC3E}">
        <p14:creationId xmlns:p14="http://schemas.microsoft.com/office/powerpoint/2010/main" val="19404400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accent4">
            <a:alpha val="10000"/>
          </a:schemeClr>
        </a:solidFill>
        <a:effectLst/>
      </p:bgPr>
    </p:bg>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DEE76FDB-7A89-C33C-CB4F-6DC97275A552}"/>
              </a:ext>
            </a:extLst>
          </p:cNvPr>
          <p:cNvSpPr/>
          <p:nvPr/>
        </p:nvSpPr>
        <p:spPr>
          <a:xfrm>
            <a:off x="11667386" y="1849584"/>
            <a:ext cx="402082" cy="3142976"/>
          </a:xfrm>
          <a:custGeom>
            <a:avLst/>
            <a:gdLst>
              <a:gd name="connsiteX0" fmla="*/ 402082 w 402082"/>
              <a:gd name="connsiteY0" fmla="*/ 0 h 3142976"/>
              <a:gd name="connsiteX1" fmla="*/ 402082 w 402082"/>
              <a:gd name="connsiteY1" fmla="*/ 3142976 h 3142976"/>
              <a:gd name="connsiteX2" fmla="*/ 394938 w 402082"/>
              <a:gd name="connsiteY2" fmla="*/ 3131216 h 3142976"/>
              <a:gd name="connsiteX3" fmla="*/ 0 w 402082"/>
              <a:gd name="connsiteY3" fmla="*/ 1571488 h 3142976"/>
              <a:gd name="connsiteX4" fmla="*/ 394938 w 402082"/>
              <a:gd name="connsiteY4" fmla="*/ 11760 h 3142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082" h="3142976">
                <a:moveTo>
                  <a:pt x="402082" y="0"/>
                </a:moveTo>
                <a:lnTo>
                  <a:pt x="402082" y="3142976"/>
                </a:lnTo>
                <a:lnTo>
                  <a:pt x="394938" y="3131216"/>
                </a:lnTo>
                <a:cubicBezTo>
                  <a:pt x="143068" y="2667567"/>
                  <a:pt x="0" y="2136235"/>
                  <a:pt x="0" y="1571488"/>
                </a:cubicBezTo>
                <a:cubicBezTo>
                  <a:pt x="0" y="1006741"/>
                  <a:pt x="143068" y="475410"/>
                  <a:pt x="394938" y="11760"/>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5AAF97FD-5C76-FAAA-861A-C7AEDEB99A83}"/>
              </a:ext>
            </a:extLst>
          </p:cNvPr>
          <p:cNvSpPr/>
          <p:nvPr/>
        </p:nvSpPr>
        <p:spPr>
          <a:xfrm rot="20019298">
            <a:off x="7413522" y="-88436"/>
            <a:ext cx="4005435" cy="7037751"/>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20000" y="533399"/>
            <a:ext cx="3445936" cy="1633865"/>
          </a:xfrm>
        </p:spPr>
        <p:txBody>
          <a:bodyPr anchor="b">
            <a:normAutofit/>
          </a:bodyPr>
          <a:lstStyle>
            <a:lvl1pPr>
              <a:defRPr sz="2800"/>
            </a:lvl1pPr>
          </a:lstStyle>
          <a:p>
            <a:r>
              <a:rPr lang="en-US" dirty="0"/>
              <a:t>Click to edit Master title style</a:t>
            </a:r>
          </a:p>
        </p:txBody>
      </p:sp>
      <p:sp>
        <p:nvSpPr>
          <p:cNvPr id="18" name="Picture Placeholder 17">
            <a:extLst>
              <a:ext uri="{FF2B5EF4-FFF2-40B4-BE49-F238E27FC236}">
                <a16:creationId xmlns:a16="http://schemas.microsoft.com/office/drawing/2014/main" id="{393FD555-499C-07D3-69D3-21FA79A923EE}"/>
              </a:ext>
            </a:extLst>
          </p:cNvPr>
          <p:cNvSpPr>
            <a:spLocks noGrp="1"/>
          </p:cNvSpPr>
          <p:nvPr>
            <p:ph type="pic" sz="quarter" idx="18" hasCustomPrompt="1"/>
          </p:nvPr>
        </p:nvSpPr>
        <p:spPr>
          <a:xfrm>
            <a:off x="152401" y="165101"/>
            <a:ext cx="7012693" cy="6528179"/>
          </a:xfrm>
          <a:custGeom>
            <a:avLst/>
            <a:gdLst>
              <a:gd name="connsiteX0" fmla="*/ 0 w 7012693"/>
              <a:gd name="connsiteY0" fmla="*/ 0 h 6528179"/>
              <a:gd name="connsiteX1" fmla="*/ 4061943 w 7012693"/>
              <a:gd name="connsiteY1" fmla="*/ 0 h 6528179"/>
              <a:gd name="connsiteX2" fmla="*/ 4075051 w 7012693"/>
              <a:gd name="connsiteY2" fmla="*/ 662 h 6528179"/>
              <a:gd name="connsiteX3" fmla="*/ 7012693 w 7012693"/>
              <a:gd name="connsiteY3" fmla="*/ 3255973 h 6528179"/>
              <a:gd name="connsiteX4" fmla="*/ 4075051 w 7012693"/>
              <a:gd name="connsiteY4" fmla="*/ 6511286 h 6528179"/>
              <a:gd name="connsiteX5" fmla="*/ 3780898 w 7012693"/>
              <a:gd name="connsiteY5" fmla="*/ 6526140 h 6528179"/>
              <a:gd name="connsiteX6" fmla="*/ 3780898 w 7012693"/>
              <a:gd name="connsiteY6" fmla="*/ 6528179 h 6528179"/>
              <a:gd name="connsiteX7" fmla="*/ 3740486 w 7012693"/>
              <a:gd name="connsiteY7" fmla="*/ 6528179 h 6528179"/>
              <a:gd name="connsiteX8" fmla="*/ 0 w 7012693"/>
              <a:gd name="connsiteY8" fmla="*/ 6528179 h 6528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2693" h="6528179">
                <a:moveTo>
                  <a:pt x="0" y="0"/>
                </a:moveTo>
                <a:lnTo>
                  <a:pt x="4061943" y="0"/>
                </a:lnTo>
                <a:lnTo>
                  <a:pt x="4075051" y="662"/>
                </a:lnTo>
                <a:cubicBezTo>
                  <a:pt x="5725082" y="168231"/>
                  <a:pt x="7012693" y="1561734"/>
                  <a:pt x="7012693" y="3255973"/>
                </a:cubicBezTo>
                <a:cubicBezTo>
                  <a:pt x="7012693" y="4950214"/>
                  <a:pt x="5725082" y="6343717"/>
                  <a:pt x="4075051" y="6511286"/>
                </a:cubicBezTo>
                <a:lnTo>
                  <a:pt x="3780898" y="6526140"/>
                </a:lnTo>
                <a:lnTo>
                  <a:pt x="3780898" y="6528179"/>
                </a:lnTo>
                <a:lnTo>
                  <a:pt x="3740486" y="6528179"/>
                </a:lnTo>
                <a:lnTo>
                  <a:pt x="0" y="652817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20127" y="2315569"/>
            <a:ext cx="3445810" cy="326487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0B4A3A31-ACEE-4A00-9ED7-D579651BDB0B}" type="datetime1">
              <a:rPr lang="en-US" smtClean="0"/>
              <a:t>12/13/2025</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574191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accent4">
            <a:alpha val="10000"/>
          </a:schemeClr>
        </a:solidFill>
        <a:effectLst/>
      </p:bgPr>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A6F5D5CD-E3CF-4D04-62B3-AF08E9EE6191}"/>
              </a:ext>
            </a:extLst>
          </p:cNvPr>
          <p:cNvSpPr/>
          <p:nvPr userDrawn="1"/>
        </p:nvSpPr>
        <p:spPr>
          <a:xfrm flipH="1">
            <a:off x="137466" y="1848144"/>
            <a:ext cx="402082" cy="3142976"/>
          </a:xfrm>
          <a:custGeom>
            <a:avLst/>
            <a:gdLst>
              <a:gd name="connsiteX0" fmla="*/ 402082 w 402082"/>
              <a:gd name="connsiteY0" fmla="*/ 0 h 3142976"/>
              <a:gd name="connsiteX1" fmla="*/ 402082 w 402082"/>
              <a:gd name="connsiteY1" fmla="*/ 3142976 h 3142976"/>
              <a:gd name="connsiteX2" fmla="*/ 394938 w 402082"/>
              <a:gd name="connsiteY2" fmla="*/ 3131216 h 3142976"/>
              <a:gd name="connsiteX3" fmla="*/ 0 w 402082"/>
              <a:gd name="connsiteY3" fmla="*/ 1571488 h 3142976"/>
              <a:gd name="connsiteX4" fmla="*/ 394938 w 402082"/>
              <a:gd name="connsiteY4" fmla="*/ 11760 h 3142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082" h="3142976">
                <a:moveTo>
                  <a:pt x="402082" y="0"/>
                </a:moveTo>
                <a:lnTo>
                  <a:pt x="402082" y="3142976"/>
                </a:lnTo>
                <a:lnTo>
                  <a:pt x="394938" y="3131216"/>
                </a:lnTo>
                <a:cubicBezTo>
                  <a:pt x="143068" y="2667567"/>
                  <a:pt x="0" y="2136235"/>
                  <a:pt x="0" y="1571488"/>
                </a:cubicBezTo>
                <a:cubicBezTo>
                  <a:pt x="0" y="1006741"/>
                  <a:pt x="143068" y="475410"/>
                  <a:pt x="394938" y="11760"/>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B1DA5C74-70BA-EB67-6C91-23759A7DFE80}"/>
              </a:ext>
            </a:extLst>
          </p:cNvPr>
          <p:cNvSpPr/>
          <p:nvPr userDrawn="1"/>
        </p:nvSpPr>
        <p:spPr>
          <a:xfrm rot="1580702" flipH="1">
            <a:off x="787977" y="-89876"/>
            <a:ext cx="4005435" cy="7037751"/>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25937" y="533399"/>
            <a:ext cx="3445936" cy="1633865"/>
          </a:xfrm>
        </p:spPr>
        <p:txBody>
          <a:bodyPr anchor="b">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126064" y="2315569"/>
            <a:ext cx="3445936" cy="326631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Picture Placeholder 20">
            <a:extLst>
              <a:ext uri="{FF2B5EF4-FFF2-40B4-BE49-F238E27FC236}">
                <a16:creationId xmlns:a16="http://schemas.microsoft.com/office/drawing/2014/main" id="{D2358A49-B95B-0643-769E-B32E1FF58E94}"/>
              </a:ext>
            </a:extLst>
          </p:cNvPr>
          <p:cNvSpPr>
            <a:spLocks noGrp="1"/>
          </p:cNvSpPr>
          <p:nvPr>
            <p:ph type="pic" sz="quarter" idx="18" hasCustomPrompt="1"/>
          </p:nvPr>
        </p:nvSpPr>
        <p:spPr>
          <a:xfrm>
            <a:off x="5041841" y="164667"/>
            <a:ext cx="6997886" cy="6527172"/>
          </a:xfrm>
          <a:custGeom>
            <a:avLst/>
            <a:gdLst>
              <a:gd name="connsiteX0" fmla="*/ 2935334 w 6997886"/>
              <a:gd name="connsiteY0" fmla="*/ 0 h 6527172"/>
              <a:gd name="connsiteX1" fmla="*/ 6997886 w 6997886"/>
              <a:gd name="connsiteY1" fmla="*/ 0 h 6527172"/>
              <a:gd name="connsiteX2" fmla="*/ 6997886 w 6997886"/>
              <a:gd name="connsiteY2" fmla="*/ 6527172 h 6527172"/>
              <a:gd name="connsiteX3" fmla="*/ 3272207 w 6997886"/>
              <a:gd name="connsiteY3" fmla="*/ 6527172 h 6527172"/>
              <a:gd name="connsiteX4" fmla="*/ 3231795 w 6997886"/>
              <a:gd name="connsiteY4" fmla="*/ 6527172 h 6527172"/>
              <a:gd name="connsiteX5" fmla="*/ 3231795 w 6997886"/>
              <a:gd name="connsiteY5" fmla="*/ 6525133 h 6527172"/>
              <a:gd name="connsiteX6" fmla="*/ 2937642 w 6997886"/>
              <a:gd name="connsiteY6" fmla="*/ 6510279 h 6527172"/>
              <a:gd name="connsiteX7" fmla="*/ 0 w 6997886"/>
              <a:gd name="connsiteY7" fmla="*/ 3254966 h 6527172"/>
              <a:gd name="connsiteX8" fmla="*/ 2632735 w 6997886"/>
              <a:gd name="connsiteY8" fmla="*/ 45215 h 652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97886" h="6527172">
                <a:moveTo>
                  <a:pt x="2935334" y="0"/>
                </a:moveTo>
                <a:lnTo>
                  <a:pt x="6997886" y="0"/>
                </a:lnTo>
                <a:lnTo>
                  <a:pt x="6997886" y="6527172"/>
                </a:lnTo>
                <a:lnTo>
                  <a:pt x="3272207" y="6527172"/>
                </a:lnTo>
                <a:lnTo>
                  <a:pt x="3231795" y="6527172"/>
                </a:lnTo>
                <a:lnTo>
                  <a:pt x="3231795" y="6525133"/>
                </a:lnTo>
                <a:lnTo>
                  <a:pt x="2937642" y="6510279"/>
                </a:lnTo>
                <a:cubicBezTo>
                  <a:pt x="1287611" y="6342710"/>
                  <a:pt x="0" y="4949207"/>
                  <a:pt x="0" y="3254966"/>
                </a:cubicBezTo>
                <a:cubicBezTo>
                  <a:pt x="0" y="1666617"/>
                  <a:pt x="1131690" y="342587"/>
                  <a:pt x="2632735" y="45215"/>
                </a:cubicBez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dirty="0"/>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1" y="6343955"/>
            <a:ext cx="1719634"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0D1F969F-5863-4766-8113-71CA528EC836}" type="datetime1">
              <a:rPr lang="en-US" smtClean="0"/>
              <a:t>12/13/2025</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1462785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accent4">
            <a:alpha val="10000"/>
          </a:schemeClr>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20219CD5-DC5B-EFA8-5DF8-F7D6FAE6C85B}"/>
              </a:ext>
            </a:extLst>
          </p:cNvPr>
          <p:cNvSpPr/>
          <p:nvPr userDrawn="1"/>
        </p:nvSpPr>
        <p:spPr>
          <a:xfrm rot="20019298">
            <a:off x="7946921" y="-88438"/>
            <a:ext cx="4005436" cy="7037752"/>
          </a:xfrm>
          <a:custGeom>
            <a:avLst/>
            <a:gdLst>
              <a:gd name="connsiteX0" fmla="*/ 1407172 w 4005436"/>
              <a:gd name="connsiteY0" fmla="*/ 6879551 h 7037752"/>
              <a:gd name="connsiteX1" fmla="*/ 2002718 w 4005436"/>
              <a:gd name="connsiteY1" fmla="*/ 7037752 h 7037752"/>
              <a:gd name="connsiteX2" fmla="*/ 2598265 w 4005436"/>
              <a:gd name="connsiteY2" fmla="*/ 6879550 h 7037752"/>
              <a:gd name="connsiteX3" fmla="*/ 2704498 w 4005436"/>
              <a:gd name="connsiteY3" fmla="*/ 6811233 h 7037752"/>
              <a:gd name="connsiteX4" fmla="*/ 3956793 w 4005436"/>
              <a:gd name="connsiteY4" fmla="*/ 4282413 h 7037752"/>
              <a:gd name="connsiteX5" fmla="*/ 3964748 w 4005436"/>
              <a:gd name="connsiteY5" fmla="*/ 4228052 h 7037752"/>
              <a:gd name="connsiteX6" fmla="*/ 4005436 w 4005436"/>
              <a:gd name="connsiteY6" fmla="*/ 3518876 h 7037752"/>
              <a:gd name="connsiteX7" fmla="*/ 2002718 w 4005436"/>
              <a:gd name="connsiteY7" fmla="*/ 0 h 7037752"/>
              <a:gd name="connsiteX8" fmla="*/ 0 w 4005436"/>
              <a:gd name="connsiteY8" fmla="*/ 3518876 h 7037752"/>
              <a:gd name="connsiteX9" fmla="*/ 1407172 w 4005436"/>
              <a:gd name="connsiteY9" fmla="*/ 6879551 h 7037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5436" h="7037752">
                <a:moveTo>
                  <a:pt x="1407172" y="6879551"/>
                </a:moveTo>
                <a:cubicBezTo>
                  <a:pt x="1595304" y="6982365"/>
                  <a:pt x="1795330" y="7037752"/>
                  <a:pt x="2002718" y="7037752"/>
                </a:cubicBezTo>
                <a:cubicBezTo>
                  <a:pt x="2210106" y="7037752"/>
                  <a:pt x="2410133" y="6982365"/>
                  <a:pt x="2598265" y="6879550"/>
                </a:cubicBezTo>
                <a:lnTo>
                  <a:pt x="2704498" y="6811233"/>
                </a:lnTo>
                <a:lnTo>
                  <a:pt x="3956793" y="4282413"/>
                </a:lnTo>
                <a:lnTo>
                  <a:pt x="3964748" y="4228052"/>
                </a:lnTo>
                <a:cubicBezTo>
                  <a:pt x="3991426" y="3998982"/>
                  <a:pt x="4005436" y="3761804"/>
                  <a:pt x="4005436" y="3518876"/>
                </a:cubicBezTo>
                <a:cubicBezTo>
                  <a:pt x="4005436" y="1575454"/>
                  <a:pt x="3108789" y="0"/>
                  <a:pt x="2002718" y="0"/>
                </a:cubicBezTo>
                <a:cubicBezTo>
                  <a:pt x="896647" y="0"/>
                  <a:pt x="0" y="1575454"/>
                  <a:pt x="0" y="3518876"/>
                </a:cubicBezTo>
                <a:cubicBezTo>
                  <a:pt x="0" y="5097906"/>
                  <a:pt x="591927" y="6434020"/>
                  <a:pt x="1407172" y="6879551"/>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610600" y="990511"/>
            <a:ext cx="2276856" cy="1858941"/>
          </a:xfrm>
        </p:spPr>
        <p:txBody>
          <a:bodyPr anchor="b"/>
          <a:lstStyle/>
          <a:p>
            <a:r>
              <a:rPr lang="en-US" dirty="0"/>
              <a:t>Click to edit Master title style</a:t>
            </a:r>
          </a:p>
        </p:txBody>
      </p:sp>
      <p:sp>
        <p:nvSpPr>
          <p:cNvPr id="13" name="Picture Placeholder 13">
            <a:extLst>
              <a:ext uri="{FF2B5EF4-FFF2-40B4-BE49-F238E27FC236}">
                <a16:creationId xmlns:a16="http://schemas.microsoft.com/office/drawing/2014/main" id="{69FEC478-99B0-EEC3-65B0-04416E8FBEE4}"/>
              </a:ext>
            </a:extLst>
          </p:cNvPr>
          <p:cNvSpPr>
            <a:spLocks noGrp="1"/>
          </p:cNvSpPr>
          <p:nvPr>
            <p:ph type="pic" sz="quarter" idx="18" hasCustomPrompt="1"/>
          </p:nvPr>
        </p:nvSpPr>
        <p:spPr>
          <a:xfrm>
            <a:off x="152399" y="164721"/>
            <a:ext cx="7546093" cy="6528558"/>
          </a:xfrm>
          <a:custGeom>
            <a:avLst/>
            <a:gdLst>
              <a:gd name="connsiteX0" fmla="*/ 0 w 7546093"/>
              <a:gd name="connsiteY0" fmla="*/ 0 h 6528558"/>
              <a:gd name="connsiteX1" fmla="*/ 4587849 w 7546093"/>
              <a:gd name="connsiteY1" fmla="*/ 0 h 6528558"/>
              <a:gd name="connsiteX2" fmla="*/ 4608452 w 7546093"/>
              <a:gd name="connsiteY2" fmla="*/ 1040 h 6528558"/>
              <a:gd name="connsiteX3" fmla="*/ 7531231 w 7546093"/>
              <a:gd name="connsiteY3" fmla="*/ 2942432 h 6528558"/>
              <a:gd name="connsiteX4" fmla="*/ 7546093 w 7546093"/>
              <a:gd name="connsiteY4" fmla="*/ 3256332 h 6528558"/>
              <a:gd name="connsiteX5" fmla="*/ 7546093 w 7546093"/>
              <a:gd name="connsiteY5" fmla="*/ 3256372 h 6528558"/>
              <a:gd name="connsiteX6" fmla="*/ 7531231 w 7546093"/>
              <a:gd name="connsiteY6" fmla="*/ 3570272 h 6528558"/>
              <a:gd name="connsiteX7" fmla="*/ 4608452 w 7546093"/>
              <a:gd name="connsiteY7" fmla="*/ 6511665 h 6528558"/>
              <a:gd name="connsiteX8" fmla="*/ 4314299 w 7546093"/>
              <a:gd name="connsiteY8" fmla="*/ 6526519 h 6528558"/>
              <a:gd name="connsiteX9" fmla="*/ 4314299 w 7546093"/>
              <a:gd name="connsiteY9" fmla="*/ 6528558 h 6528558"/>
              <a:gd name="connsiteX10" fmla="*/ 4273888 w 7546093"/>
              <a:gd name="connsiteY10" fmla="*/ 6528558 h 6528558"/>
              <a:gd name="connsiteX11" fmla="*/ 0 w 7546093"/>
              <a:gd name="connsiteY11" fmla="*/ 6528558 h 652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46093" h="6528558">
                <a:moveTo>
                  <a:pt x="0" y="0"/>
                </a:moveTo>
                <a:lnTo>
                  <a:pt x="4587849" y="0"/>
                </a:lnTo>
                <a:lnTo>
                  <a:pt x="4608452" y="1040"/>
                </a:lnTo>
                <a:cubicBezTo>
                  <a:pt x="6155356" y="158136"/>
                  <a:pt x="7383727" y="1392713"/>
                  <a:pt x="7531231" y="2942432"/>
                </a:cubicBezTo>
                <a:lnTo>
                  <a:pt x="7546093" y="3256332"/>
                </a:lnTo>
                <a:lnTo>
                  <a:pt x="7546093" y="3256372"/>
                </a:lnTo>
                <a:lnTo>
                  <a:pt x="7531231" y="3570272"/>
                </a:lnTo>
                <a:cubicBezTo>
                  <a:pt x="7383727" y="5119992"/>
                  <a:pt x="6155356" y="6354569"/>
                  <a:pt x="4608452" y="6511665"/>
                </a:cubicBezTo>
                <a:lnTo>
                  <a:pt x="4314299" y="6526519"/>
                </a:lnTo>
                <a:lnTo>
                  <a:pt x="4314299" y="6528558"/>
                </a:lnTo>
                <a:lnTo>
                  <a:pt x="4273888" y="6528558"/>
                </a:lnTo>
                <a:lnTo>
                  <a:pt x="0" y="6528558"/>
                </a:lnTo>
                <a:close/>
              </a:path>
            </a:pathLst>
          </a:custGeom>
          <a:blipFill>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611593" y="3011335"/>
            <a:ext cx="2276856" cy="2656250"/>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FAD7B7F7-7F90-4F0B-A996-5443656EFF4A}" type="datetime1">
              <a:rPr lang="en-US" smtClean="0"/>
              <a:t>12/13/2025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443800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0">
    <p:bg>
      <p:bgPr>
        <a:solidFill>
          <a:schemeClr val="accent4">
            <a:alpha val="10000"/>
          </a:schemeClr>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4AD72708-2B95-BB79-3164-6243FC090627}"/>
              </a:ext>
            </a:extLst>
          </p:cNvPr>
          <p:cNvSpPr/>
          <p:nvPr userDrawn="1"/>
        </p:nvSpPr>
        <p:spPr>
          <a:xfrm rot="1580702" flipH="1">
            <a:off x="315841" y="-88437"/>
            <a:ext cx="4005436" cy="7037752"/>
          </a:xfrm>
          <a:custGeom>
            <a:avLst/>
            <a:gdLst>
              <a:gd name="connsiteX0" fmla="*/ 1502208 w 4005436"/>
              <a:gd name="connsiteY0" fmla="*/ 6926968 h 7037752"/>
              <a:gd name="connsiteX1" fmla="*/ 0 w 4005436"/>
              <a:gd name="connsiteY1" fmla="*/ 3518876 h 7037752"/>
              <a:gd name="connsiteX2" fmla="*/ 2002718 w 4005436"/>
              <a:gd name="connsiteY2" fmla="*/ 0 h 7037752"/>
              <a:gd name="connsiteX3" fmla="*/ 4005436 w 4005436"/>
              <a:gd name="connsiteY3" fmla="*/ 3518876 h 7037752"/>
              <a:gd name="connsiteX4" fmla="*/ 3915398 w 4005436"/>
              <a:gd name="connsiteY4" fmla="*/ 4565282 h 7037752"/>
              <a:gd name="connsiteX5" fmla="*/ 3905874 w 4005436"/>
              <a:gd name="connsiteY5" fmla="*/ 4611004 h 7037752"/>
              <a:gd name="connsiteX6" fmla="*/ 2883498 w 4005436"/>
              <a:gd name="connsiteY6" fmla="*/ 6675537 h 7037752"/>
              <a:gd name="connsiteX7" fmla="*/ 2782266 w 4005436"/>
              <a:gd name="connsiteY7" fmla="*/ 6761221 h 7037752"/>
              <a:gd name="connsiteX8" fmla="*/ 2002718 w 4005436"/>
              <a:gd name="connsiteY8" fmla="*/ 7037752 h 7037752"/>
              <a:gd name="connsiteX9" fmla="*/ 1502208 w 4005436"/>
              <a:gd name="connsiteY9" fmla="*/ 6926968 h 7037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5436" h="7037752">
                <a:moveTo>
                  <a:pt x="1502208" y="6926968"/>
                </a:moveTo>
                <a:cubicBezTo>
                  <a:pt x="638336" y="6536439"/>
                  <a:pt x="0" y="5158638"/>
                  <a:pt x="0" y="3518876"/>
                </a:cubicBezTo>
                <a:cubicBezTo>
                  <a:pt x="0" y="1575454"/>
                  <a:pt x="896647" y="0"/>
                  <a:pt x="2002718" y="0"/>
                </a:cubicBezTo>
                <a:cubicBezTo>
                  <a:pt x="3108789" y="0"/>
                  <a:pt x="4005436" y="1575454"/>
                  <a:pt x="4005436" y="3518876"/>
                </a:cubicBezTo>
                <a:cubicBezTo>
                  <a:pt x="4005436" y="3883268"/>
                  <a:pt x="3973913" y="4234723"/>
                  <a:pt x="3915398" y="4565282"/>
                </a:cubicBezTo>
                <a:lnTo>
                  <a:pt x="3905874" y="4611004"/>
                </a:lnTo>
                <a:lnTo>
                  <a:pt x="2883498" y="6675537"/>
                </a:lnTo>
                <a:lnTo>
                  <a:pt x="2782266" y="6761221"/>
                </a:lnTo>
                <a:cubicBezTo>
                  <a:pt x="2542664" y="6939286"/>
                  <a:pt x="2279236" y="7037752"/>
                  <a:pt x="2002718" y="7037752"/>
                </a:cubicBezTo>
                <a:cubicBezTo>
                  <a:pt x="1829894" y="7037752"/>
                  <a:pt x="1662184" y="6999289"/>
                  <a:pt x="1502208" y="6926968"/>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01365" y="990511"/>
            <a:ext cx="2280035" cy="1858941"/>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296451" y="3011335"/>
            <a:ext cx="2280035" cy="2656250"/>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13">
            <a:extLst>
              <a:ext uri="{FF2B5EF4-FFF2-40B4-BE49-F238E27FC236}">
                <a16:creationId xmlns:a16="http://schemas.microsoft.com/office/drawing/2014/main" id="{DC0F35B6-D31B-9BC3-EFBD-789AE72074D5}"/>
              </a:ext>
            </a:extLst>
          </p:cNvPr>
          <p:cNvSpPr>
            <a:spLocks noGrp="1"/>
          </p:cNvSpPr>
          <p:nvPr>
            <p:ph type="pic" sz="quarter" idx="18" hasCustomPrompt="1"/>
          </p:nvPr>
        </p:nvSpPr>
        <p:spPr>
          <a:xfrm>
            <a:off x="4569707" y="167600"/>
            <a:ext cx="7469893" cy="6522800"/>
          </a:xfrm>
          <a:custGeom>
            <a:avLst/>
            <a:gdLst>
              <a:gd name="connsiteX0" fmla="*/ 3231795 w 7469893"/>
              <a:gd name="connsiteY0" fmla="*/ 0 h 6522800"/>
              <a:gd name="connsiteX1" fmla="*/ 3272207 w 7469893"/>
              <a:gd name="connsiteY1" fmla="*/ 0 h 6522800"/>
              <a:gd name="connsiteX2" fmla="*/ 7469893 w 7469893"/>
              <a:gd name="connsiteY2" fmla="*/ 0 h 6522800"/>
              <a:gd name="connsiteX3" fmla="*/ 7469893 w 7469893"/>
              <a:gd name="connsiteY3" fmla="*/ 6522800 h 6522800"/>
              <a:gd name="connsiteX4" fmla="*/ 2906071 w 7469893"/>
              <a:gd name="connsiteY4" fmla="*/ 6522800 h 6522800"/>
              <a:gd name="connsiteX5" fmla="*/ 2632735 w 7469893"/>
              <a:gd name="connsiteY5" fmla="*/ 6481958 h 6522800"/>
              <a:gd name="connsiteX6" fmla="*/ 0 w 7469893"/>
              <a:gd name="connsiteY6" fmla="*/ 3272207 h 6522800"/>
              <a:gd name="connsiteX7" fmla="*/ 2937642 w 7469893"/>
              <a:gd name="connsiteY7" fmla="*/ 16894 h 6522800"/>
              <a:gd name="connsiteX8" fmla="*/ 3231795 w 7469893"/>
              <a:gd name="connsiteY8" fmla="*/ 2040 h 65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9893" h="6522800">
                <a:moveTo>
                  <a:pt x="3231795" y="0"/>
                </a:moveTo>
                <a:lnTo>
                  <a:pt x="3272207" y="0"/>
                </a:lnTo>
                <a:lnTo>
                  <a:pt x="7469893" y="0"/>
                </a:lnTo>
                <a:lnTo>
                  <a:pt x="7469893" y="6522800"/>
                </a:lnTo>
                <a:lnTo>
                  <a:pt x="2906071" y="6522800"/>
                </a:lnTo>
                <a:lnTo>
                  <a:pt x="2632735" y="6481958"/>
                </a:lnTo>
                <a:cubicBezTo>
                  <a:pt x="1131690" y="6184586"/>
                  <a:pt x="0" y="4860556"/>
                  <a:pt x="0" y="3272207"/>
                </a:cubicBezTo>
                <a:cubicBezTo>
                  <a:pt x="0" y="1577966"/>
                  <a:pt x="1287611" y="184463"/>
                  <a:pt x="2937642" y="16894"/>
                </a:cubicBezTo>
                <a:lnTo>
                  <a:pt x="3231795" y="2040"/>
                </a:lnTo>
                <a:close/>
              </a:path>
            </a:pathLst>
          </a:custGeom>
          <a:blipFill>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28486" y="6343955"/>
            <a:ext cx="1491671" cy="365125"/>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a:lstStyle>
            <a:lvl1pPr>
              <a:defRPr>
                <a:solidFill>
                  <a:schemeClr val="tx1"/>
                </a:solidFill>
                <a:effectLst/>
              </a:defRPr>
            </a:lvl1pPr>
          </a:lstStyle>
          <a:p>
            <a:fld id="{0DC7C452-D184-4E1C-9715-1EB66D4CEEA2}" type="datetime1">
              <a:rPr lang="en-US" smtClean="0"/>
              <a:t>12/13/2025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640094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012269"/>
            <a:ext cx="3962400" cy="702732"/>
          </a:xfrm>
        </p:spPr>
        <p:txBody>
          <a:bodyPr anchor="t">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48920"/>
            <a:ext cx="11887201" cy="448621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502591" cy="1159933"/>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86C921-50A5-4289-8B96-30101E64A548}" type="datetime1">
              <a:rPr lang="en-US" smtClean="0"/>
              <a:t>12/13/2025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932469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880757"/>
            <a:ext cx="3124200" cy="1148443"/>
          </a:xfrm>
        </p:spPr>
        <p:txBody>
          <a:bodyPr anchor="t">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48920"/>
            <a:ext cx="11887201" cy="3294411"/>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536230" cy="2463197"/>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948B66-4D7B-4FF2-9F42-B85226272225}" type="datetime1">
              <a:rPr lang="en-US" smtClean="0"/>
              <a:t>12/13/2025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85680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3401"/>
            <a:ext cx="3098073" cy="1142999"/>
          </a:xfrm>
        </p:spPr>
        <p:txBody>
          <a:bodyPr anchor="t">
            <a:normAutofit/>
          </a:bodyPr>
          <a:lstStyle>
            <a:lvl1pPr>
              <a:defRPr sz="28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152400"/>
            <a:ext cx="2867227" cy="365125"/>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152400"/>
            <a:ext cx="1559379" cy="365125"/>
          </a:xfrm>
        </p:spPr>
        <p:txBody>
          <a:bodyPr/>
          <a:lstStyle/>
          <a:p>
            <a:fld id="{6D1D18D0-7308-42C5-B784-8892F327ABD3}" type="datetime1">
              <a:rPr lang="en-US" smtClean="0"/>
              <a:t>12/13/2025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152400"/>
            <a:ext cx="513449"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533399"/>
            <a:ext cx="7536230" cy="2459736"/>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52399" y="3636525"/>
            <a:ext cx="11887201" cy="3069076"/>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06492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59341"/>
            <a:ext cx="11125199" cy="659860"/>
          </a:xfrm>
        </p:spPr>
        <p:txBody>
          <a:bodyPr anchor="t"/>
          <a:lstStyle/>
          <a:p>
            <a:r>
              <a:rPr lang="en-US" dirty="0"/>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152400"/>
            <a:ext cx="4716517"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152400"/>
            <a:ext cx="1449697" cy="365125"/>
          </a:xfrm>
        </p:spPr>
        <p:txBody>
          <a:bodyPr/>
          <a:lstStyle/>
          <a:p>
            <a:fld id="{6C46EC71-0129-40A3-85CE-244216EACC39}" type="datetime1">
              <a:rPr lang="en-US" smtClean="0"/>
              <a:t>12/13/2025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2" y="152400"/>
            <a:ext cx="522307" cy="365125"/>
          </a:xfrm>
        </p:spPr>
        <p:txBody>
          <a:bodyPr/>
          <a:lstStyle/>
          <a:p>
            <a:fld id="{AEAA3239-9EA4-4A65-A281-97F994456D9F}"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1912399"/>
            <a:ext cx="4716516" cy="441220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37860" y="1912398"/>
            <a:ext cx="6301739" cy="4796682"/>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grpSp>
        <p:nvGrpSpPr>
          <p:cNvPr id="3" name="Group 2">
            <a:extLst>
              <a:ext uri="{FF2B5EF4-FFF2-40B4-BE49-F238E27FC236}">
                <a16:creationId xmlns:a16="http://schemas.microsoft.com/office/drawing/2014/main" id="{F940C24D-FF4E-8AAF-2910-D50A3A251652}"/>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5" name="Freeform 4">
              <a:extLst>
                <a:ext uri="{FF2B5EF4-FFF2-40B4-BE49-F238E27FC236}">
                  <a16:creationId xmlns:a16="http://schemas.microsoft.com/office/drawing/2014/main" id="{0138C3D8-BB2E-E3B6-280F-9E743B4B7B8B}"/>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Oval 6">
              <a:extLst>
                <a:ext uri="{FF2B5EF4-FFF2-40B4-BE49-F238E27FC236}">
                  <a16:creationId xmlns:a16="http://schemas.microsoft.com/office/drawing/2014/main" id="{C3174D68-1212-7186-915B-3F82519AAA92}"/>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208C56CE-E9E2-5BC6-3882-4888D89D6807}"/>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789889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8028"/>
            <a:ext cx="11125199" cy="681172"/>
          </a:xfrm>
        </p:spPr>
        <p:txBody>
          <a:bodyPr anchor="t"/>
          <a:lstStyle/>
          <a:p>
            <a:r>
              <a:rPr lang="en-US" dirty="0"/>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172903"/>
            <a:ext cx="2144113"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172903"/>
            <a:ext cx="1449697" cy="365125"/>
          </a:xfrm>
        </p:spPr>
        <p:txBody>
          <a:bodyPr/>
          <a:lstStyle/>
          <a:p>
            <a:fld id="{3390AD02-C8DF-4FB3-89C8-8C8B1F633346}" type="datetime1">
              <a:rPr lang="en-US" smtClean="0"/>
              <a:t>12/13/2025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172903"/>
            <a:ext cx="533400" cy="365125"/>
          </a:xfrm>
        </p:spPr>
        <p:txBody>
          <a:bodyPr/>
          <a:lstStyle/>
          <a:p>
            <a:fld id="{AEAA3239-9EA4-4A65-A281-97F994456D9F}" type="slidenum">
              <a:rPr lang="en-US" smtClean="0"/>
              <a:t>‹#›</a:t>
            </a:fld>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52400" y="1713653"/>
            <a:ext cx="6380671" cy="49919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3652"/>
            <a:ext cx="4555345" cy="462622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93DC2AD8-EEC1-274E-2CAF-91B6E6043234}"/>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5" name="Freeform 4">
              <a:extLst>
                <a:ext uri="{FF2B5EF4-FFF2-40B4-BE49-F238E27FC236}">
                  <a16:creationId xmlns:a16="http://schemas.microsoft.com/office/drawing/2014/main" id="{CC868200-7F84-A90B-0C48-C405EB737F34}"/>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Oval 5">
              <a:extLst>
                <a:ext uri="{FF2B5EF4-FFF2-40B4-BE49-F238E27FC236}">
                  <a16:creationId xmlns:a16="http://schemas.microsoft.com/office/drawing/2014/main" id="{E9731EA4-0975-21CF-5EC6-9E86D1BCC460}"/>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2E0E55F-607A-CA44-0E42-DBF059BFB5E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54042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533400"/>
            <a:ext cx="4751831" cy="1066800"/>
          </a:xfrm>
        </p:spPr>
        <p:txBody>
          <a:bodyPr anchor="t">
            <a:normAutofit/>
          </a:bodyPr>
          <a:lstStyle>
            <a:lvl1pPr>
              <a:defRPr sz="28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1" y="168275"/>
            <a:ext cx="2884652"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168275"/>
            <a:ext cx="2202644" cy="365125"/>
          </a:xfrm>
        </p:spPr>
        <p:txBody>
          <a:bodyPr/>
          <a:lstStyle/>
          <a:p>
            <a:fld id="{3CC8FB4D-92F2-4C28-8BFC-2AE0229C3E9A}" type="datetime1">
              <a:rPr lang="en-US" smtClean="0"/>
              <a:t>12/13/2025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168275"/>
            <a:ext cx="511504" cy="365125"/>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1965325"/>
            <a:ext cx="5132831" cy="474027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2" y="533401"/>
            <a:ext cx="5753037" cy="580647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1A3C6D11-73AA-988F-E1D4-664C174ABABA}"/>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4" name="Freeform 3">
              <a:extLst>
                <a:ext uri="{FF2B5EF4-FFF2-40B4-BE49-F238E27FC236}">
                  <a16:creationId xmlns:a16="http://schemas.microsoft.com/office/drawing/2014/main" id="{F8B5E6DD-EE69-D40C-A8FE-DE2384B1E8BB}"/>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5FC0711D-C5ED-5B1A-2E7C-9FE15FB482E0}"/>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D1D12C4-9951-4AB5-34C3-19533883DE7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7628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2" y="533400"/>
            <a:ext cx="3738880" cy="1492045"/>
          </a:xfrm>
        </p:spPr>
        <p:txBody>
          <a:bodyPr anchor="t">
            <a:normAutofit/>
          </a:bodyPr>
          <a:lstStyle>
            <a:lvl1pPr>
              <a:defRPr sz="28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1" y="188672"/>
            <a:ext cx="2884652"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188672"/>
            <a:ext cx="2202644" cy="365125"/>
          </a:xfrm>
        </p:spPr>
        <p:txBody>
          <a:bodyPr/>
          <a:lstStyle/>
          <a:p>
            <a:fld id="{7B708C30-1428-4C16-AD49-DE42CFEA37BF}" type="datetime1">
              <a:rPr lang="en-US" smtClean="0"/>
              <a:t>12/13/2025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188672"/>
            <a:ext cx="511504" cy="365125"/>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2295144"/>
            <a:ext cx="4119881" cy="441045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533401"/>
            <a:ext cx="6725450" cy="58105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1E4B44CF-1305-73AF-CB81-185F71C3F9A8}"/>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4" name="Freeform 3">
              <a:extLst>
                <a:ext uri="{FF2B5EF4-FFF2-40B4-BE49-F238E27FC236}">
                  <a16:creationId xmlns:a16="http://schemas.microsoft.com/office/drawing/2014/main" id="{07FBDB18-DAD4-56E8-76C4-52841FE2189D}"/>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2CFCD660-D08E-0A3F-7278-2E9F9F36C832}"/>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6DFA1FF0-E75A-D7BA-5FB5-9B53D80B386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1685367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533400"/>
            <a:ext cx="3776106" cy="1517187"/>
          </a:xfrm>
        </p:spPr>
        <p:txBody>
          <a:bodyPr anchor="t">
            <a:normAutofit/>
          </a:bodyPr>
          <a:lstStyle>
            <a:lvl1pPr>
              <a:defRPr sz="28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188672"/>
            <a:ext cx="2202644" cy="365125"/>
          </a:xfrm>
        </p:spPr>
        <p:txBody>
          <a:bodyPr/>
          <a:lstStyle/>
          <a:p>
            <a:fld id="{7B708C30-1428-4C16-AD49-DE42CFEA37BF}" type="datetime1">
              <a:rPr lang="en-US" smtClean="0"/>
              <a:t>12/13/2025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1" y="188672"/>
            <a:ext cx="2884652"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188672"/>
            <a:ext cx="511504" cy="365125"/>
          </a:xfrm>
        </p:spPr>
        <p:txBody>
          <a:bodyPr/>
          <a:lstStyle/>
          <a:p>
            <a:fld id="{AEAA3239-9EA4-4A65-A281-97F994456D9F}" type="slidenum">
              <a:rPr lang="en-US" smtClean="0"/>
              <a:t>‹#›</a:t>
            </a:fld>
            <a:endParaRPr lang="en-US"/>
          </a:p>
        </p:txBody>
      </p:sp>
      <p:sp>
        <p:nvSpPr>
          <p:cNvPr id="15" name="Picture Placeholder 14">
            <a:extLst>
              <a:ext uri="{FF2B5EF4-FFF2-40B4-BE49-F238E27FC236}">
                <a16:creationId xmlns:a16="http://schemas.microsoft.com/office/drawing/2014/main" id="{E3C17A09-6C4B-7D4E-85BB-8A1C6656C79D}"/>
              </a:ext>
            </a:extLst>
          </p:cNvPr>
          <p:cNvSpPr>
            <a:spLocks noGrp="1"/>
          </p:cNvSpPr>
          <p:nvPr>
            <p:ph type="pic" sz="quarter" idx="15"/>
          </p:nvPr>
        </p:nvSpPr>
        <p:spPr>
          <a:xfrm>
            <a:off x="152400" y="2166087"/>
            <a:ext cx="4157105" cy="4527311"/>
          </a:xfrm>
          <a:custGeom>
            <a:avLst/>
            <a:gdLst>
              <a:gd name="connsiteX0" fmla="*/ 1652105 w 4157105"/>
              <a:gd name="connsiteY0" fmla="*/ 0 h 4527311"/>
              <a:gd name="connsiteX1" fmla="*/ 2122593 w 4157105"/>
              <a:gd name="connsiteY1" fmla="*/ 0 h 4527311"/>
              <a:gd name="connsiteX2" fmla="*/ 2344784 w 4157105"/>
              <a:gd name="connsiteY2" fmla="*/ 33911 h 4527311"/>
              <a:gd name="connsiteX3" fmla="*/ 4145388 w 4157105"/>
              <a:gd name="connsiteY3" fmla="*/ 2025485 h 4527311"/>
              <a:gd name="connsiteX4" fmla="*/ 4157105 w 4157105"/>
              <a:gd name="connsiteY4" fmla="*/ 2257534 h 4527311"/>
              <a:gd name="connsiteX5" fmla="*/ 4157105 w 4157105"/>
              <a:gd name="connsiteY5" fmla="*/ 2257574 h 4527311"/>
              <a:gd name="connsiteX6" fmla="*/ 4145388 w 4157105"/>
              <a:gd name="connsiteY6" fmla="*/ 2489624 h 4527311"/>
              <a:gd name="connsiteX7" fmla="*/ 1887349 w 4157105"/>
              <a:gd name="connsiteY7" fmla="*/ 4527311 h 4527311"/>
              <a:gd name="connsiteX8" fmla="*/ 5231 w 4157105"/>
              <a:gd name="connsiteY8" fmla="*/ 3526597 h 4527311"/>
              <a:gd name="connsiteX9" fmla="*/ 0 w 4157105"/>
              <a:gd name="connsiteY9" fmla="*/ 3517987 h 4527311"/>
              <a:gd name="connsiteX10" fmla="*/ 0 w 4157105"/>
              <a:gd name="connsiteY10" fmla="*/ 998627 h 4527311"/>
              <a:gd name="connsiteX11" fmla="*/ 20659 w 4157105"/>
              <a:gd name="connsiteY11" fmla="*/ 965968 h 4527311"/>
              <a:gd name="connsiteX12" fmla="*/ 1429914 w 4157105"/>
              <a:gd name="connsiteY12" fmla="*/ 33911 h 452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57105" h="4527311">
                <a:moveTo>
                  <a:pt x="1652105" y="0"/>
                </a:moveTo>
                <a:lnTo>
                  <a:pt x="2122593" y="0"/>
                </a:lnTo>
                <a:lnTo>
                  <a:pt x="2344784" y="33911"/>
                </a:lnTo>
                <a:cubicBezTo>
                  <a:pt x="3305196" y="230439"/>
                  <a:pt x="4044651" y="1033551"/>
                  <a:pt x="4145388" y="2025485"/>
                </a:cubicBezTo>
                <a:lnTo>
                  <a:pt x="4157105" y="2257534"/>
                </a:lnTo>
                <a:lnTo>
                  <a:pt x="4157105" y="2257574"/>
                </a:lnTo>
                <a:lnTo>
                  <a:pt x="4145388" y="2489624"/>
                </a:lnTo>
                <a:cubicBezTo>
                  <a:pt x="4029153" y="3634162"/>
                  <a:pt x="3062554" y="4527311"/>
                  <a:pt x="1887349" y="4527311"/>
                </a:cubicBezTo>
                <a:cubicBezTo>
                  <a:pt x="1103879" y="4527311"/>
                  <a:pt x="413123" y="4130356"/>
                  <a:pt x="5231" y="3526597"/>
                </a:cubicBezTo>
                <a:lnTo>
                  <a:pt x="0" y="3517987"/>
                </a:lnTo>
                <a:lnTo>
                  <a:pt x="0" y="998627"/>
                </a:lnTo>
                <a:lnTo>
                  <a:pt x="20659" y="965968"/>
                </a:lnTo>
                <a:cubicBezTo>
                  <a:pt x="347419" y="494603"/>
                  <a:pt x="848126" y="152962"/>
                  <a:pt x="1429914" y="33911"/>
                </a:cubicBezTo>
                <a:close/>
              </a:path>
            </a:pathLst>
          </a:custGeom>
          <a:blipFill dpi="0" rotWithShape="1">
            <a:blip r:embed="rId2">
              <a:alphaModFix amt="60000"/>
            </a:blip>
            <a:srcRect/>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C8C12F3C-50DF-BEBA-FB6C-27142A162AAE}"/>
              </a:ext>
            </a:extLst>
          </p:cNvPr>
          <p:cNvSpPr>
            <a:spLocks noGrp="1"/>
          </p:cNvSpPr>
          <p:nvPr>
            <p:ph sz="quarter" idx="14"/>
          </p:nvPr>
        </p:nvSpPr>
        <p:spPr>
          <a:xfrm>
            <a:off x="4933150" y="533401"/>
            <a:ext cx="6725450" cy="58105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41302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F71D5AD-5918-9F17-2D08-84D34E91AE20}"/>
              </a:ext>
            </a:extLst>
          </p:cNvPr>
          <p:cNvGrpSpPr/>
          <p:nvPr userDrawn="1"/>
        </p:nvGrpSpPr>
        <p:grpSpPr>
          <a:xfrm>
            <a:off x="165100" y="-88436"/>
            <a:ext cx="11895596" cy="7037751"/>
            <a:chOff x="165100" y="-88436"/>
            <a:chExt cx="11895596" cy="7037751"/>
          </a:xfrm>
        </p:grpSpPr>
        <p:sp>
          <p:nvSpPr>
            <p:cNvPr id="6" name="Freeform 5">
              <a:extLst>
                <a:ext uri="{FF2B5EF4-FFF2-40B4-BE49-F238E27FC236}">
                  <a16:creationId xmlns:a16="http://schemas.microsoft.com/office/drawing/2014/main" id="{CF5255D9-D437-440F-52FC-7A9A56ED69B6}"/>
                </a:ext>
              </a:extLst>
            </p:cNvPr>
            <p:cNvSpPr/>
            <p:nvPr userDrawn="1"/>
          </p:nvSpPr>
          <p:spPr>
            <a:xfrm>
              <a:off x="11211807" y="1222325"/>
              <a:ext cx="848889" cy="4397497"/>
            </a:xfrm>
            <a:custGeom>
              <a:avLst/>
              <a:gdLst>
                <a:gd name="connsiteX0" fmla="*/ 848889 w 848889"/>
                <a:gd name="connsiteY0" fmla="*/ 0 h 4397497"/>
                <a:gd name="connsiteX1" fmla="*/ 848889 w 848889"/>
                <a:gd name="connsiteY1" fmla="*/ 4397497 h 4397497"/>
                <a:gd name="connsiteX2" fmla="*/ 661895 w 848889"/>
                <a:gd name="connsiteY2" fmla="*/ 4172274 h 4397497"/>
                <a:gd name="connsiteX3" fmla="*/ 0 w 848889"/>
                <a:gd name="connsiteY3" fmla="*/ 2198748 h 4397497"/>
                <a:gd name="connsiteX4" fmla="*/ 661895 w 848889"/>
                <a:gd name="connsiteY4" fmla="*/ 225223 h 43974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889" h="4397497">
                  <a:moveTo>
                    <a:pt x="848889" y="0"/>
                  </a:moveTo>
                  <a:lnTo>
                    <a:pt x="848889" y="4397497"/>
                  </a:lnTo>
                  <a:lnTo>
                    <a:pt x="661895" y="4172274"/>
                  </a:lnTo>
                  <a:cubicBezTo>
                    <a:pt x="246457" y="3623646"/>
                    <a:pt x="0" y="2939978"/>
                    <a:pt x="0" y="2198748"/>
                  </a:cubicBezTo>
                  <a:cubicBezTo>
                    <a:pt x="0" y="1457518"/>
                    <a:pt x="246457" y="773851"/>
                    <a:pt x="661895" y="225223"/>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Oval 7">
              <a:extLst>
                <a:ext uri="{FF2B5EF4-FFF2-40B4-BE49-F238E27FC236}">
                  <a16:creationId xmlns:a16="http://schemas.microsoft.com/office/drawing/2014/main" id="{A94AE810-B300-8E7F-E8A1-5AFF4F9C218D}"/>
                </a:ext>
              </a:extLst>
            </p:cNvPr>
            <p:cNvSpPr/>
            <p:nvPr userDrawn="1"/>
          </p:nvSpPr>
          <p:spPr>
            <a:xfrm flipH="1">
              <a:off x="165100" y="148865"/>
              <a:ext cx="6544414" cy="6544414"/>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351FAB8-FACD-B6BD-022E-9C93374487CD}"/>
                </a:ext>
              </a:extLst>
            </p:cNvPr>
            <p:cNvSpPr/>
            <p:nvPr userDrawn="1"/>
          </p:nvSpPr>
          <p:spPr>
            <a:xfrm rot="1580702" flipH="1">
              <a:off x="6957943" y="-88436"/>
              <a:ext cx="4005435" cy="7037751"/>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7147521" y="533400"/>
            <a:ext cx="3672879" cy="5791200"/>
          </a:xfrm>
        </p:spPr>
        <p:txBody>
          <a:bodyPr anchor="ctr">
            <a:normAutofit/>
          </a:bodyPr>
          <a:lstStyle>
            <a:lvl1pPr algn="ctr">
              <a:lnSpc>
                <a:spcPct val="110000"/>
              </a:lnSpc>
              <a:defRPr sz="2800" b="0">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3400" y="533400"/>
            <a:ext cx="5715000" cy="5791200"/>
          </a:xfrm>
        </p:spPr>
        <p:txBody>
          <a:bodyPr anchor="ctr">
            <a:normAutofit/>
          </a:bodyPr>
          <a:lstStyle>
            <a:lvl1pPr marL="0" indent="0" algn="ctr">
              <a:lnSpc>
                <a:spcPct val="90000"/>
              </a:lnSpc>
              <a:buNone/>
              <a:defRPr sz="20000" b="0" i="0">
                <a:solidFill>
                  <a:schemeClr val="tx1"/>
                </a:solidFill>
                <a:latin typeface="+mn-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53DF09C0-6535-4055-81CC-988E059C8EEC}" type="datetime1">
              <a:rPr lang="en-US" smtClean="0"/>
              <a:t>12/13/2025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919335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001A80B-57C3-2542-F8F9-4162F212C6E2}"/>
              </a:ext>
            </a:extLst>
          </p:cNvPr>
          <p:cNvGrpSpPr/>
          <p:nvPr userDrawn="1"/>
        </p:nvGrpSpPr>
        <p:grpSpPr>
          <a:xfrm>
            <a:off x="152400" y="-88436"/>
            <a:ext cx="11903178" cy="7037751"/>
            <a:chOff x="152400" y="-88436"/>
            <a:chExt cx="11903178" cy="7037751"/>
          </a:xfrm>
        </p:grpSpPr>
        <p:sp>
          <p:nvSpPr>
            <p:cNvPr id="12" name="Freeform 11">
              <a:extLst>
                <a:ext uri="{FF2B5EF4-FFF2-40B4-BE49-F238E27FC236}">
                  <a16:creationId xmlns:a16="http://schemas.microsoft.com/office/drawing/2014/main" id="{29A715F7-04E9-46E5-C36A-E9884D1BF516}"/>
                </a:ext>
              </a:extLst>
            </p:cNvPr>
            <p:cNvSpPr/>
            <p:nvPr/>
          </p:nvSpPr>
          <p:spPr>
            <a:xfrm flipH="1">
              <a:off x="152400" y="653131"/>
              <a:ext cx="1526293" cy="5535886"/>
            </a:xfrm>
            <a:custGeom>
              <a:avLst/>
              <a:gdLst>
                <a:gd name="connsiteX0" fmla="*/ 1526293 w 1526293"/>
                <a:gd name="connsiteY0" fmla="*/ 0 h 5535886"/>
                <a:gd name="connsiteX1" fmla="*/ 1525150 w 1526293"/>
                <a:gd name="connsiteY1" fmla="*/ 652 h 5535886"/>
                <a:gd name="connsiteX2" fmla="*/ 0 w 1526293"/>
                <a:gd name="connsiteY2" fmla="*/ 2767942 h 5535886"/>
                <a:gd name="connsiteX3" fmla="*/ 1525150 w 1526293"/>
                <a:gd name="connsiteY3" fmla="*/ 5535233 h 5535886"/>
                <a:gd name="connsiteX4" fmla="*/ 1526293 w 1526293"/>
                <a:gd name="connsiteY4" fmla="*/ 5535886 h 5535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293" h="5535886">
                  <a:moveTo>
                    <a:pt x="1526293" y="0"/>
                  </a:moveTo>
                  <a:lnTo>
                    <a:pt x="1525150" y="652"/>
                  </a:lnTo>
                  <a:cubicBezTo>
                    <a:pt x="608598" y="580508"/>
                    <a:pt x="0" y="1603152"/>
                    <a:pt x="0" y="2767942"/>
                  </a:cubicBezTo>
                  <a:cubicBezTo>
                    <a:pt x="0" y="3932733"/>
                    <a:pt x="608598" y="4955377"/>
                    <a:pt x="1525150" y="5535233"/>
                  </a:cubicBezTo>
                  <a:lnTo>
                    <a:pt x="1526293" y="5535886"/>
                  </a:ln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E2ADEA49-6060-3F6F-D1ED-DA311F3074C0}"/>
                </a:ext>
              </a:extLst>
            </p:cNvPr>
            <p:cNvSpPr/>
            <p:nvPr/>
          </p:nvSpPr>
          <p:spPr>
            <a:xfrm>
              <a:off x="6180986" y="148865"/>
              <a:ext cx="5874592" cy="6544414"/>
            </a:xfrm>
            <a:custGeom>
              <a:avLst/>
              <a:gdLst>
                <a:gd name="connsiteX0" fmla="*/ 3272207 w 5874592"/>
                <a:gd name="connsiteY0" fmla="*/ 0 h 6544414"/>
                <a:gd name="connsiteX1" fmla="*/ 5797201 w 5874592"/>
                <a:gd name="connsiteY1" fmla="*/ 1190780 h 6544414"/>
                <a:gd name="connsiteX2" fmla="*/ 5874592 w 5874592"/>
                <a:gd name="connsiteY2" fmla="*/ 1294273 h 6544414"/>
                <a:gd name="connsiteX3" fmla="*/ 5874592 w 5874592"/>
                <a:gd name="connsiteY3" fmla="*/ 5250141 h 6544414"/>
                <a:gd name="connsiteX4" fmla="*/ 5797201 w 5874592"/>
                <a:gd name="connsiteY4" fmla="*/ 5353635 h 6544414"/>
                <a:gd name="connsiteX5" fmla="*/ 3272207 w 5874592"/>
                <a:gd name="connsiteY5" fmla="*/ 6544414 h 6544414"/>
                <a:gd name="connsiteX6" fmla="*/ 0 w 5874592"/>
                <a:gd name="connsiteY6" fmla="*/ 3272207 h 6544414"/>
                <a:gd name="connsiteX7" fmla="*/ 3272207 w 5874592"/>
                <a:gd name="connsiteY7" fmla="*/ 0 h 6544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74592" h="6544414">
                  <a:moveTo>
                    <a:pt x="3272207" y="0"/>
                  </a:moveTo>
                  <a:cubicBezTo>
                    <a:pt x="4288752" y="0"/>
                    <a:pt x="5197030" y="463541"/>
                    <a:pt x="5797201" y="1190780"/>
                  </a:cubicBezTo>
                  <a:lnTo>
                    <a:pt x="5874592" y="1294273"/>
                  </a:lnTo>
                  <a:lnTo>
                    <a:pt x="5874592" y="5250141"/>
                  </a:lnTo>
                  <a:lnTo>
                    <a:pt x="5797201" y="5353635"/>
                  </a:lnTo>
                  <a:cubicBezTo>
                    <a:pt x="5197030" y="6080874"/>
                    <a:pt x="4288752" y="6544414"/>
                    <a:pt x="3272207" y="6544414"/>
                  </a:cubicBezTo>
                  <a:cubicBezTo>
                    <a:pt x="1465017" y="6544414"/>
                    <a:pt x="0" y="5079397"/>
                    <a:pt x="0" y="3272207"/>
                  </a:cubicBezTo>
                  <a:cubicBezTo>
                    <a:pt x="0" y="1465017"/>
                    <a:pt x="1465017" y="0"/>
                    <a:pt x="3272207" y="0"/>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AE1AA2C1-F4A0-4B20-96E2-4E487E8DFC09}"/>
                </a:ext>
              </a:extLst>
            </p:cNvPr>
            <p:cNvSpPr/>
            <p:nvPr/>
          </p:nvSpPr>
          <p:spPr>
            <a:xfrm rot="20019298">
              <a:off x="1927122" y="-88436"/>
              <a:ext cx="4005435" cy="7037751"/>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itle 1">
            <a:extLst>
              <a:ext uri="{FF2B5EF4-FFF2-40B4-BE49-F238E27FC236}">
                <a16:creationId xmlns:a16="http://schemas.microsoft.com/office/drawing/2014/main" id="{214F1C20-FCE7-30C0-F59F-71217EDB9E89}"/>
              </a:ext>
            </a:extLst>
          </p:cNvPr>
          <p:cNvSpPr>
            <a:spLocks noGrp="1"/>
          </p:cNvSpPr>
          <p:nvPr>
            <p:ph type="title"/>
          </p:nvPr>
        </p:nvSpPr>
        <p:spPr>
          <a:xfrm>
            <a:off x="7405179" y="533400"/>
            <a:ext cx="3948621" cy="5791200"/>
          </a:xfrm>
        </p:spPr>
        <p:txBody>
          <a:bodyPr anchor="ctr">
            <a:normAutofit/>
          </a:bodyPr>
          <a:lstStyle>
            <a:lvl1pPr algn="ctr">
              <a:lnSpc>
                <a:spcPct val="110000"/>
              </a:lnSpc>
              <a:defRPr sz="2800" b="0">
                <a:solidFill>
                  <a:schemeClr val="tx1"/>
                </a:solidFill>
                <a:latin typeface="+mj-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3400" y="533400"/>
            <a:ext cx="5715000" cy="5791200"/>
          </a:xfrm>
        </p:spPr>
        <p:txBody>
          <a:bodyPr anchor="ctr">
            <a:normAutofit/>
          </a:bodyPr>
          <a:lstStyle>
            <a:lvl1pPr marL="0" indent="0" algn="ctr">
              <a:lnSpc>
                <a:spcPct val="90000"/>
              </a:lnSpc>
              <a:buNone/>
              <a:defRPr sz="20000" b="0" i="0">
                <a:solidFill>
                  <a:schemeClr val="tx1"/>
                </a:solidFill>
                <a:latin typeface="+mn-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53DF09C0-6535-4055-81CC-988E059C8EEC}" type="datetime1">
              <a:rPr lang="en-US" smtClean="0"/>
              <a:t>12/13/2025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508473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3 ">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4D2F98B-D271-37CE-BA9E-7E33E5BDD2F8}"/>
              </a:ext>
            </a:extLst>
          </p:cNvPr>
          <p:cNvGrpSpPr/>
          <p:nvPr userDrawn="1"/>
        </p:nvGrpSpPr>
        <p:grpSpPr>
          <a:xfrm>
            <a:off x="3674605" y="167600"/>
            <a:ext cx="9578190" cy="6544414"/>
            <a:chOff x="3674605" y="167600"/>
            <a:chExt cx="9578190" cy="6544414"/>
          </a:xfrm>
        </p:grpSpPr>
        <p:sp>
          <p:nvSpPr>
            <p:cNvPr id="6" name="Oval 5">
              <a:extLst>
                <a:ext uri="{FF2B5EF4-FFF2-40B4-BE49-F238E27FC236}">
                  <a16:creationId xmlns:a16="http://schemas.microsoft.com/office/drawing/2014/main" id="{77762970-4BA9-67FE-9546-B8C880CC8F90}"/>
                </a:ext>
              </a:extLst>
            </p:cNvPr>
            <p:cNvSpPr/>
            <p:nvPr userDrawn="1"/>
          </p:nvSpPr>
          <p:spPr>
            <a:xfrm flipH="1" flipV="1">
              <a:off x="3674605" y="167600"/>
              <a:ext cx="6544414" cy="6544414"/>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B3EC315C-BB0A-068E-0412-678F624B1CEE}"/>
                </a:ext>
              </a:extLst>
            </p:cNvPr>
            <p:cNvSpPr/>
            <p:nvPr userDrawn="1"/>
          </p:nvSpPr>
          <p:spPr>
            <a:xfrm rot="20019298" flipH="1" flipV="1">
              <a:off x="10225860" y="197116"/>
              <a:ext cx="3026935" cy="5719959"/>
            </a:xfrm>
            <a:custGeom>
              <a:avLst/>
              <a:gdLst>
                <a:gd name="connsiteX0" fmla="*/ 523706 w 3026935"/>
                <a:gd name="connsiteY0" fmla="*/ 5609175 h 5719959"/>
                <a:gd name="connsiteX1" fmla="*/ 69603 w 3026935"/>
                <a:gd name="connsiteY1" fmla="*/ 5295250 h 5719959"/>
                <a:gd name="connsiteX2" fmla="*/ 0 w 3026935"/>
                <a:gd name="connsiteY2" fmla="*/ 5220954 h 5719959"/>
                <a:gd name="connsiteX3" fmla="*/ 2585464 w 3026935"/>
                <a:gd name="connsiteY3" fmla="*/ 0 h 5719959"/>
                <a:gd name="connsiteX4" fmla="*/ 2684902 w 3026935"/>
                <a:gd name="connsiteY4" fmla="*/ 233646 h 5719959"/>
                <a:gd name="connsiteX5" fmla="*/ 3026935 w 3026935"/>
                <a:gd name="connsiteY5" fmla="*/ 2201083 h 5719959"/>
                <a:gd name="connsiteX6" fmla="*/ 1024217 w 3026935"/>
                <a:gd name="connsiteY6" fmla="*/ 5719959 h 5719959"/>
                <a:gd name="connsiteX7" fmla="*/ 523706 w 3026935"/>
                <a:gd name="connsiteY7" fmla="*/ 5609175 h 5719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6935" h="5719959">
                  <a:moveTo>
                    <a:pt x="523706" y="5609175"/>
                  </a:moveTo>
                  <a:cubicBezTo>
                    <a:pt x="363731" y="5536855"/>
                    <a:pt x="211489" y="5430678"/>
                    <a:pt x="69603" y="5295250"/>
                  </a:cubicBezTo>
                  <a:lnTo>
                    <a:pt x="0" y="5220954"/>
                  </a:lnTo>
                  <a:lnTo>
                    <a:pt x="2585464" y="0"/>
                  </a:lnTo>
                  <a:lnTo>
                    <a:pt x="2684902" y="233646"/>
                  </a:lnTo>
                  <a:cubicBezTo>
                    <a:pt x="2900844" y="795262"/>
                    <a:pt x="3026935" y="1472300"/>
                    <a:pt x="3026935" y="2201083"/>
                  </a:cubicBezTo>
                  <a:cubicBezTo>
                    <a:pt x="3026935" y="4144505"/>
                    <a:pt x="2130288" y="5719959"/>
                    <a:pt x="1024217" y="5719959"/>
                  </a:cubicBezTo>
                  <a:cubicBezTo>
                    <a:pt x="851393" y="5719959"/>
                    <a:pt x="683683" y="5681496"/>
                    <a:pt x="523706" y="5609175"/>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Title 10">
            <a:extLst>
              <a:ext uri="{FF2B5EF4-FFF2-40B4-BE49-F238E27FC236}">
                <a16:creationId xmlns:a16="http://schemas.microsoft.com/office/drawing/2014/main" id="{6AEC7A8F-DFB0-BA58-55BA-2256D4291493}"/>
              </a:ext>
            </a:extLst>
          </p:cNvPr>
          <p:cNvSpPr>
            <a:spLocks noGrp="1"/>
          </p:cNvSpPr>
          <p:nvPr>
            <p:ph type="title"/>
          </p:nvPr>
        </p:nvSpPr>
        <p:spPr>
          <a:xfrm>
            <a:off x="533400" y="4191000"/>
            <a:ext cx="5562600" cy="2127664"/>
          </a:xfrm>
        </p:spPr>
        <p:txBody>
          <a:bodyPr/>
          <a:lstStyle>
            <a:lvl1pPr>
              <a:lnSpc>
                <a:spcPct val="110000"/>
              </a:lnSpc>
              <a:defRPr sz="2600">
                <a:solidFill>
                  <a:schemeClr val="bg1"/>
                </a:solidFill>
              </a:defRPr>
            </a:lvl1pPr>
          </a:lstStyle>
          <a:p>
            <a:r>
              <a:rPr lang="en-US" dirty="0"/>
              <a:t>Click to edit Master title style</a:t>
            </a:r>
          </a:p>
        </p:txBody>
      </p:sp>
      <p:sp>
        <p:nvSpPr>
          <p:cNvPr id="13" name="Content Placeholder 13">
            <a:extLst>
              <a:ext uri="{FF2B5EF4-FFF2-40B4-BE49-F238E27FC236}">
                <a16:creationId xmlns:a16="http://schemas.microsoft.com/office/drawing/2014/main" id="{7000DFF9-87C1-EF0E-8591-CD17A07068B5}"/>
              </a:ext>
            </a:extLst>
          </p:cNvPr>
          <p:cNvSpPr>
            <a:spLocks noGrp="1"/>
          </p:cNvSpPr>
          <p:nvPr>
            <p:ph sz="quarter" idx="14" hasCustomPrompt="1"/>
          </p:nvPr>
        </p:nvSpPr>
        <p:spPr>
          <a:xfrm>
            <a:off x="533400" y="759066"/>
            <a:ext cx="11125200" cy="3279534"/>
          </a:xfrm>
        </p:spPr>
        <p:txBody>
          <a:bodyPr/>
          <a:lstStyle>
            <a:lvl1pPr>
              <a:lnSpc>
                <a:spcPct val="90000"/>
              </a:lnSpc>
              <a:buNone/>
              <a:defRPr sz="3000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1"/>
                </a:solidFill>
              </a:defRPr>
            </a:lvl1pPr>
          </a:lstStyle>
          <a:p>
            <a:fld id="{DCE8854E-90F8-4761-A9B8-18B1C5A3D25C}" type="datetime1">
              <a:rPr lang="en-US" smtClean="0"/>
              <a:pPr/>
              <a:t>12/13/2025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5134562"/>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D9F14A6-6A33-FB70-8539-2013309315DA}"/>
              </a:ext>
            </a:extLst>
          </p:cNvPr>
          <p:cNvGrpSpPr/>
          <p:nvPr userDrawn="1"/>
        </p:nvGrpSpPr>
        <p:grpSpPr>
          <a:xfrm>
            <a:off x="152400" y="148866"/>
            <a:ext cx="13084970" cy="6544413"/>
            <a:chOff x="152400" y="148866"/>
            <a:chExt cx="13084970" cy="6544413"/>
          </a:xfrm>
        </p:grpSpPr>
        <p:sp>
          <p:nvSpPr>
            <p:cNvPr id="10" name="Freeform 9">
              <a:extLst>
                <a:ext uri="{FF2B5EF4-FFF2-40B4-BE49-F238E27FC236}">
                  <a16:creationId xmlns:a16="http://schemas.microsoft.com/office/drawing/2014/main" id="{3FE5424B-1C2A-A6C8-2640-0AAA6B5870AC}"/>
                </a:ext>
              </a:extLst>
            </p:cNvPr>
            <p:cNvSpPr/>
            <p:nvPr/>
          </p:nvSpPr>
          <p:spPr>
            <a:xfrm flipH="1">
              <a:off x="152400" y="148866"/>
              <a:ext cx="10517893" cy="6544413"/>
            </a:xfrm>
            <a:custGeom>
              <a:avLst/>
              <a:gdLst>
                <a:gd name="connsiteX0" fmla="*/ 10517893 w 10517893"/>
                <a:gd name="connsiteY0" fmla="*/ 0 h 6544413"/>
                <a:gd name="connsiteX1" fmla="*/ 3272207 w 10517893"/>
                <a:gd name="connsiteY1" fmla="*/ 0 h 6544413"/>
                <a:gd name="connsiteX2" fmla="*/ 3231795 w 10517893"/>
                <a:gd name="connsiteY2" fmla="*/ 0 h 6544413"/>
                <a:gd name="connsiteX3" fmla="*/ 3231795 w 10517893"/>
                <a:gd name="connsiteY3" fmla="*/ 2041 h 6544413"/>
                <a:gd name="connsiteX4" fmla="*/ 2937642 w 10517893"/>
                <a:gd name="connsiteY4" fmla="*/ 16896 h 6544413"/>
                <a:gd name="connsiteX5" fmla="*/ 0 w 10517893"/>
                <a:gd name="connsiteY5" fmla="*/ 3272207 h 6544413"/>
                <a:gd name="connsiteX6" fmla="*/ 2937642 w 10517893"/>
                <a:gd name="connsiteY6" fmla="*/ 6527520 h 6544413"/>
                <a:gd name="connsiteX7" fmla="*/ 3231795 w 10517893"/>
                <a:gd name="connsiteY7" fmla="*/ 6542374 h 6544413"/>
                <a:gd name="connsiteX8" fmla="*/ 3231795 w 10517893"/>
                <a:gd name="connsiteY8" fmla="*/ 6544413 h 6544413"/>
                <a:gd name="connsiteX9" fmla="*/ 3272207 w 10517893"/>
                <a:gd name="connsiteY9" fmla="*/ 6544413 h 6544413"/>
                <a:gd name="connsiteX10" fmla="*/ 10517893 w 105178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17893" h="6544413">
                  <a:moveTo>
                    <a:pt x="10517893" y="0"/>
                  </a:moveTo>
                  <a:lnTo>
                    <a:pt x="3272207" y="0"/>
                  </a:lnTo>
                  <a:lnTo>
                    <a:pt x="3231795" y="0"/>
                  </a:lnTo>
                  <a:lnTo>
                    <a:pt x="3231795" y="2041"/>
                  </a:lnTo>
                  <a:lnTo>
                    <a:pt x="2937642" y="16896"/>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10517893" y="6544413"/>
                  </a:ln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E8B2D998-93EB-2CBC-37AA-4294826CB13B}"/>
                </a:ext>
              </a:extLst>
            </p:cNvPr>
            <p:cNvSpPr/>
            <p:nvPr/>
          </p:nvSpPr>
          <p:spPr>
            <a:xfrm rot="20019298">
              <a:off x="10566593" y="306343"/>
              <a:ext cx="2670777" cy="5138414"/>
            </a:xfrm>
            <a:custGeom>
              <a:avLst/>
              <a:gdLst>
                <a:gd name="connsiteX0" fmla="*/ 2503229 w 2670777"/>
                <a:gd name="connsiteY0" fmla="*/ 110784 h 5138414"/>
                <a:gd name="connsiteX1" fmla="*/ 2598266 w 2670777"/>
                <a:gd name="connsiteY1" fmla="*/ 158202 h 5138414"/>
                <a:gd name="connsiteX2" fmla="*/ 2670777 w 2670777"/>
                <a:gd name="connsiteY2" fmla="*/ 201312 h 5138414"/>
                <a:gd name="connsiteX3" fmla="*/ 225879 w 2670777"/>
                <a:gd name="connsiteY3" fmla="*/ 5138414 h 5138414"/>
                <a:gd name="connsiteX4" fmla="*/ 157383 w 2670777"/>
                <a:gd name="connsiteY4" fmla="*/ 4888582 h 5138414"/>
                <a:gd name="connsiteX5" fmla="*/ 0 w 2670777"/>
                <a:gd name="connsiteY5" fmla="*/ 3518876 h 5138414"/>
                <a:gd name="connsiteX6" fmla="*/ 2002718 w 2670777"/>
                <a:gd name="connsiteY6" fmla="*/ 0 h 5138414"/>
                <a:gd name="connsiteX7" fmla="*/ 2503229 w 2670777"/>
                <a:gd name="connsiteY7" fmla="*/ 110784 h 513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0777" h="5138414">
                  <a:moveTo>
                    <a:pt x="2503229" y="110784"/>
                  </a:moveTo>
                  <a:cubicBezTo>
                    <a:pt x="2535224" y="125248"/>
                    <a:pt x="2566910" y="141066"/>
                    <a:pt x="2598266" y="158202"/>
                  </a:cubicBezTo>
                  <a:lnTo>
                    <a:pt x="2670777" y="201312"/>
                  </a:lnTo>
                  <a:lnTo>
                    <a:pt x="225879" y="5138414"/>
                  </a:lnTo>
                  <a:lnTo>
                    <a:pt x="157383" y="4888582"/>
                  </a:lnTo>
                  <a:cubicBezTo>
                    <a:pt x="56041" y="4467590"/>
                    <a:pt x="0" y="4004732"/>
                    <a:pt x="0" y="3518876"/>
                  </a:cubicBezTo>
                  <a:cubicBezTo>
                    <a:pt x="0" y="1575454"/>
                    <a:pt x="896647" y="0"/>
                    <a:pt x="2002718" y="0"/>
                  </a:cubicBezTo>
                  <a:cubicBezTo>
                    <a:pt x="2175542" y="0"/>
                    <a:pt x="2343253" y="38464"/>
                    <a:pt x="2503229" y="110784"/>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Title 7">
            <a:extLst>
              <a:ext uri="{FF2B5EF4-FFF2-40B4-BE49-F238E27FC236}">
                <a16:creationId xmlns:a16="http://schemas.microsoft.com/office/drawing/2014/main" id="{D7B780EC-F16A-35FF-0401-36928A84A403}"/>
              </a:ext>
            </a:extLst>
          </p:cNvPr>
          <p:cNvSpPr>
            <a:spLocks noGrp="1"/>
          </p:cNvSpPr>
          <p:nvPr>
            <p:ph type="title"/>
          </p:nvPr>
        </p:nvSpPr>
        <p:spPr>
          <a:xfrm>
            <a:off x="533400" y="4191000"/>
            <a:ext cx="5562600" cy="2127664"/>
          </a:xfrm>
        </p:spPr>
        <p:txBody>
          <a:bodyPr/>
          <a:lstStyle>
            <a:lvl1pPr>
              <a:lnSpc>
                <a:spcPct val="110000"/>
              </a:lnSpc>
              <a:defRPr sz="2600">
                <a:solidFill>
                  <a:schemeClr val="bg1"/>
                </a:solidFill>
              </a:defRPr>
            </a:lvl1pPr>
          </a:lstStyle>
          <a:p>
            <a:r>
              <a:rPr lang="en-US" dirty="0"/>
              <a:t>Click to edit Master title style</a:t>
            </a:r>
          </a:p>
        </p:txBody>
      </p:sp>
      <p:sp>
        <p:nvSpPr>
          <p:cNvPr id="14" name="Content Placeholder 13">
            <a:extLst>
              <a:ext uri="{FF2B5EF4-FFF2-40B4-BE49-F238E27FC236}">
                <a16:creationId xmlns:a16="http://schemas.microsoft.com/office/drawing/2014/main" id="{26CBD53D-3DBA-A3EF-41D6-7A5D01E2329F}"/>
              </a:ext>
            </a:extLst>
          </p:cNvPr>
          <p:cNvSpPr>
            <a:spLocks noGrp="1"/>
          </p:cNvSpPr>
          <p:nvPr>
            <p:ph sz="quarter" idx="14" hasCustomPrompt="1"/>
          </p:nvPr>
        </p:nvSpPr>
        <p:spPr>
          <a:xfrm>
            <a:off x="533400" y="533400"/>
            <a:ext cx="11125200" cy="3505200"/>
          </a:xfrm>
        </p:spPr>
        <p:txBody>
          <a:bodyPr/>
          <a:lstStyle>
            <a:lvl1pPr>
              <a:lnSpc>
                <a:spcPct val="90000"/>
              </a:lnSpc>
              <a:buNone/>
              <a:defRPr sz="3000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1"/>
                </a:solidFill>
              </a:defRPr>
            </a:lvl1pPr>
          </a:lstStyle>
          <a:p>
            <a:fld id="{DCE8854E-90F8-4761-A9B8-18B1C5A3D25C}" type="datetime1">
              <a:rPr lang="en-US" smtClean="0"/>
              <a:pPr/>
              <a:t>12/13/2025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63702145"/>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EF000B3-B3CC-941C-359D-2D09154526E9}"/>
              </a:ext>
            </a:extLst>
          </p:cNvPr>
          <p:cNvGrpSpPr/>
          <p:nvPr userDrawn="1"/>
        </p:nvGrpSpPr>
        <p:grpSpPr>
          <a:xfrm>
            <a:off x="152400" y="-88436"/>
            <a:ext cx="11904205" cy="7037751"/>
            <a:chOff x="152400" y="-88436"/>
            <a:chExt cx="11904205" cy="7037751"/>
          </a:xfrm>
        </p:grpSpPr>
        <p:sp>
          <p:nvSpPr>
            <p:cNvPr id="6" name="Freeform 5">
              <a:extLst>
                <a:ext uri="{FF2B5EF4-FFF2-40B4-BE49-F238E27FC236}">
                  <a16:creationId xmlns:a16="http://schemas.microsoft.com/office/drawing/2014/main" id="{2582DCA7-8895-A2BB-0DBE-032EA20CC439}"/>
                </a:ext>
              </a:extLst>
            </p:cNvPr>
            <p:cNvSpPr/>
            <p:nvPr userDrawn="1"/>
          </p:nvSpPr>
          <p:spPr>
            <a:xfrm flipH="1" flipV="1">
              <a:off x="152400" y="1232165"/>
              <a:ext cx="857498" cy="4415281"/>
            </a:xfrm>
            <a:custGeom>
              <a:avLst/>
              <a:gdLst>
                <a:gd name="connsiteX0" fmla="*/ 857498 w 857498"/>
                <a:gd name="connsiteY0" fmla="*/ 4415281 h 4415281"/>
                <a:gd name="connsiteX1" fmla="*/ 850059 w 857498"/>
                <a:gd name="connsiteY1" fmla="*/ 4407798 h 4415281"/>
                <a:gd name="connsiteX2" fmla="*/ 0 w 857498"/>
                <a:gd name="connsiteY2" fmla="*/ 2207640 h 4415281"/>
                <a:gd name="connsiteX3" fmla="*/ 850059 w 857498"/>
                <a:gd name="connsiteY3" fmla="*/ 7483 h 4415281"/>
                <a:gd name="connsiteX4" fmla="*/ 857498 w 857498"/>
                <a:gd name="connsiteY4" fmla="*/ 0 h 4415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98" h="4415281">
                  <a:moveTo>
                    <a:pt x="857498" y="4415281"/>
                  </a:moveTo>
                  <a:lnTo>
                    <a:pt x="850059" y="4407798"/>
                  </a:lnTo>
                  <a:cubicBezTo>
                    <a:pt x="321903" y="3826696"/>
                    <a:pt x="0" y="3054760"/>
                    <a:pt x="0" y="2207640"/>
                  </a:cubicBezTo>
                  <a:cubicBezTo>
                    <a:pt x="0" y="1360520"/>
                    <a:pt x="321903" y="588585"/>
                    <a:pt x="850059" y="7483"/>
                  </a:cubicBezTo>
                  <a:lnTo>
                    <a:pt x="857498" y="0"/>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Oval 7">
              <a:extLst>
                <a:ext uri="{FF2B5EF4-FFF2-40B4-BE49-F238E27FC236}">
                  <a16:creationId xmlns:a16="http://schemas.microsoft.com/office/drawing/2014/main" id="{06A580B7-03BC-7B73-D23A-D4523B8FB667}"/>
                </a:ext>
              </a:extLst>
            </p:cNvPr>
            <p:cNvSpPr/>
            <p:nvPr userDrawn="1"/>
          </p:nvSpPr>
          <p:spPr>
            <a:xfrm flipV="1">
              <a:off x="5512191" y="167600"/>
              <a:ext cx="6544414" cy="6544414"/>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77ECBD9-D58C-001D-C9CF-2A1A6B692875}"/>
                </a:ext>
              </a:extLst>
            </p:cNvPr>
            <p:cNvSpPr/>
            <p:nvPr userDrawn="1"/>
          </p:nvSpPr>
          <p:spPr>
            <a:xfrm rot="1580702" flipV="1">
              <a:off x="1258327" y="-88436"/>
              <a:ext cx="4005435" cy="703775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400" y="533400"/>
            <a:ext cx="11125200" cy="5807620"/>
          </a:xfrm>
        </p:spPr>
        <p:txBody>
          <a:bodyPr anchor="ctr">
            <a:normAutofit/>
          </a:bodyPr>
          <a:lstStyle>
            <a:lvl1pPr marL="0" indent="0">
              <a:lnSpc>
                <a:spcPct val="90000"/>
              </a:lnSpc>
              <a:spcBef>
                <a:spcPts val="0"/>
              </a:spcBef>
              <a:buNone/>
              <a:defRPr sz="7200" b="0" i="0">
                <a:solidFill>
                  <a:schemeClr val="bg1"/>
                </a:solidFill>
                <a:latin typeface="+mj-lt"/>
              </a:defRPr>
            </a:lvl1pPr>
            <a:lvl2pPr marL="228600" indent="0">
              <a:lnSpc>
                <a:spcPct val="90000"/>
              </a:lnSpc>
              <a:spcBef>
                <a:spcPts val="0"/>
              </a:spcBef>
              <a:buNone/>
              <a:defRPr sz="7200" b="0" i="0">
                <a:solidFill>
                  <a:schemeClr val="bg1"/>
                </a:solidFill>
                <a:latin typeface="+mj-lt"/>
              </a:defRPr>
            </a:lvl2pPr>
            <a:lvl3pPr marL="457200" indent="0">
              <a:lnSpc>
                <a:spcPct val="90000"/>
              </a:lnSpc>
              <a:spcBef>
                <a:spcPts val="0"/>
              </a:spcBef>
              <a:buNone/>
              <a:defRPr sz="7200" b="0" i="0">
                <a:solidFill>
                  <a:schemeClr val="bg1"/>
                </a:solidFill>
                <a:latin typeface="+mj-lt"/>
              </a:defRPr>
            </a:lvl3pPr>
            <a:lvl4pPr marL="685800" indent="0">
              <a:lnSpc>
                <a:spcPct val="90000"/>
              </a:lnSpc>
              <a:spcBef>
                <a:spcPts val="0"/>
              </a:spcBef>
              <a:buNone/>
              <a:defRPr sz="7200" b="0" i="0">
                <a:solidFill>
                  <a:schemeClr val="bg1"/>
                </a:solidFill>
                <a:latin typeface="+mj-lt"/>
              </a:defRPr>
            </a:lvl4pPr>
            <a:lvl5pPr marL="914400" indent="0">
              <a:lnSpc>
                <a:spcPct val="90000"/>
              </a:lnSpc>
              <a:spcBef>
                <a:spcPts val="0"/>
              </a:spcBef>
              <a:buNone/>
              <a:defRPr sz="7200" b="0" i="0">
                <a:solidFill>
                  <a:schemeClr val="bg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a:solidFill>
                <a:schemeClr val="bg1"/>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967A35BA-41D5-4E87-94C2-E365E2A3656B}" type="datetime1">
              <a:rPr lang="en-US" smtClean="0"/>
              <a:pPr/>
              <a:t>12/13/2025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81965512"/>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83108B4-D831-97C7-3CA0-D2D881D64FF0}"/>
              </a:ext>
            </a:extLst>
          </p:cNvPr>
          <p:cNvGrpSpPr/>
          <p:nvPr userDrawn="1"/>
        </p:nvGrpSpPr>
        <p:grpSpPr>
          <a:xfrm>
            <a:off x="152400" y="-88436"/>
            <a:ext cx="11904205" cy="7037751"/>
            <a:chOff x="152400" y="-88436"/>
            <a:chExt cx="11904205" cy="7037751"/>
          </a:xfrm>
        </p:grpSpPr>
        <p:sp>
          <p:nvSpPr>
            <p:cNvPr id="8" name="Freeform 7">
              <a:extLst>
                <a:ext uri="{FF2B5EF4-FFF2-40B4-BE49-F238E27FC236}">
                  <a16:creationId xmlns:a16="http://schemas.microsoft.com/office/drawing/2014/main" id="{A496F412-2CA1-A786-6264-9455D3669C60}"/>
                </a:ext>
              </a:extLst>
            </p:cNvPr>
            <p:cNvSpPr/>
            <p:nvPr/>
          </p:nvSpPr>
          <p:spPr>
            <a:xfrm flipH="1" flipV="1">
              <a:off x="152400" y="1232165"/>
              <a:ext cx="857498" cy="4415281"/>
            </a:xfrm>
            <a:custGeom>
              <a:avLst/>
              <a:gdLst>
                <a:gd name="connsiteX0" fmla="*/ 857498 w 857498"/>
                <a:gd name="connsiteY0" fmla="*/ 4415281 h 4415281"/>
                <a:gd name="connsiteX1" fmla="*/ 850059 w 857498"/>
                <a:gd name="connsiteY1" fmla="*/ 4407798 h 4415281"/>
                <a:gd name="connsiteX2" fmla="*/ 0 w 857498"/>
                <a:gd name="connsiteY2" fmla="*/ 2207640 h 4415281"/>
                <a:gd name="connsiteX3" fmla="*/ 850059 w 857498"/>
                <a:gd name="connsiteY3" fmla="*/ 7483 h 4415281"/>
                <a:gd name="connsiteX4" fmla="*/ 857498 w 857498"/>
                <a:gd name="connsiteY4" fmla="*/ 0 h 4415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98" h="4415281">
                  <a:moveTo>
                    <a:pt x="857498" y="4415281"/>
                  </a:moveTo>
                  <a:lnTo>
                    <a:pt x="850059" y="4407798"/>
                  </a:lnTo>
                  <a:cubicBezTo>
                    <a:pt x="321903" y="3826696"/>
                    <a:pt x="0" y="3054760"/>
                    <a:pt x="0" y="2207640"/>
                  </a:cubicBezTo>
                  <a:cubicBezTo>
                    <a:pt x="0" y="1360520"/>
                    <a:pt x="321903" y="588585"/>
                    <a:pt x="850059" y="7483"/>
                  </a:cubicBezTo>
                  <a:lnTo>
                    <a:pt x="857498" y="0"/>
                  </a:lnTo>
                  <a:close/>
                </a:path>
              </a:pathLst>
            </a:cu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EB3D0D44-B0A9-90BF-BECF-B9616C6B43A2}"/>
                </a:ext>
              </a:extLst>
            </p:cNvPr>
            <p:cNvSpPr/>
            <p:nvPr/>
          </p:nvSpPr>
          <p:spPr>
            <a:xfrm flipV="1">
              <a:off x="5512191" y="167600"/>
              <a:ext cx="6544414" cy="6544414"/>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2187DF4-0103-94F1-AE81-7B1C3CE4D600}"/>
                </a:ext>
              </a:extLst>
            </p:cNvPr>
            <p:cNvSpPr/>
            <p:nvPr/>
          </p:nvSpPr>
          <p:spPr>
            <a:xfrm rot="1580702" flipV="1">
              <a:off x="1258327" y="-88436"/>
              <a:ext cx="4005435" cy="7037751"/>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400" y="533401"/>
            <a:ext cx="11125200" cy="5810554"/>
          </a:xfrm>
        </p:spPr>
        <p:txBody>
          <a:bodyPr anchor="b">
            <a:normAutofit/>
          </a:bodyPr>
          <a:lstStyle>
            <a:lvl1pPr marL="0" indent="0">
              <a:lnSpc>
                <a:spcPct val="90000"/>
              </a:lnSpc>
              <a:spcBef>
                <a:spcPts val="0"/>
              </a:spcBef>
              <a:buNone/>
              <a:defRPr sz="7200" b="0" i="0">
                <a:solidFill>
                  <a:schemeClr val="tx1"/>
                </a:solidFill>
                <a:latin typeface="+mj-lt"/>
              </a:defRPr>
            </a:lvl1pPr>
            <a:lvl2pPr marL="228600" indent="0">
              <a:lnSpc>
                <a:spcPct val="90000"/>
              </a:lnSpc>
              <a:spcBef>
                <a:spcPts val="0"/>
              </a:spcBef>
              <a:buNone/>
              <a:defRPr sz="7200" b="0" i="0">
                <a:solidFill>
                  <a:schemeClr val="tx1"/>
                </a:solidFill>
                <a:latin typeface="+mj-lt"/>
              </a:defRPr>
            </a:lvl2pPr>
            <a:lvl3pPr marL="457200" indent="0">
              <a:lnSpc>
                <a:spcPct val="90000"/>
              </a:lnSpc>
              <a:spcBef>
                <a:spcPts val="0"/>
              </a:spcBef>
              <a:buNone/>
              <a:defRPr sz="7200" b="0" i="0">
                <a:solidFill>
                  <a:schemeClr val="tx1"/>
                </a:solidFill>
                <a:latin typeface="+mj-lt"/>
              </a:defRPr>
            </a:lvl3pPr>
            <a:lvl4pPr marL="685800" indent="0">
              <a:lnSpc>
                <a:spcPct val="90000"/>
              </a:lnSpc>
              <a:spcBef>
                <a:spcPts val="0"/>
              </a:spcBef>
              <a:buNone/>
              <a:defRPr sz="7200" b="0" i="0">
                <a:solidFill>
                  <a:schemeClr val="tx1"/>
                </a:solidFill>
                <a:latin typeface="+mj-lt"/>
              </a:defRPr>
            </a:lvl4pPr>
            <a:lvl5pPr marL="914400" indent="0">
              <a:lnSpc>
                <a:spcPct val="90000"/>
              </a:lnSpc>
              <a:spcBef>
                <a:spcPts val="0"/>
              </a:spcBef>
              <a:buNone/>
              <a:defRPr sz="7200" b="0" i="0">
                <a:solidFill>
                  <a:schemeClr val="tx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400" y="6343955"/>
            <a:ext cx="2884652" cy="365125"/>
          </a:xfrm>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AEFC801C-C54B-4E4E-A0DD-68C292C7D70F}" type="datetime1">
              <a:rPr lang="en-US" smtClean="0"/>
              <a:t>12/13/2025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71367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4BEFABD-CB75-C946-222C-00C4D17BBCAC}"/>
              </a:ext>
            </a:extLst>
          </p:cNvPr>
          <p:cNvGrpSpPr/>
          <p:nvPr userDrawn="1"/>
        </p:nvGrpSpPr>
        <p:grpSpPr>
          <a:xfrm>
            <a:off x="152400" y="-88436"/>
            <a:ext cx="11887200" cy="7037751"/>
            <a:chOff x="152400" y="-88436"/>
            <a:chExt cx="11887200" cy="7037751"/>
          </a:xfrm>
          <a:solidFill>
            <a:schemeClr val="accent2">
              <a:lumMod val="60000"/>
              <a:lumOff val="40000"/>
            </a:schemeClr>
          </a:solidFill>
        </p:grpSpPr>
        <p:sp>
          <p:nvSpPr>
            <p:cNvPr id="7" name="Freeform 6">
              <a:extLst>
                <a:ext uri="{FF2B5EF4-FFF2-40B4-BE49-F238E27FC236}">
                  <a16:creationId xmlns:a16="http://schemas.microsoft.com/office/drawing/2014/main" id="{A996BEEC-0C49-EB89-B4C3-4243624505D2}"/>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11DC428A-372E-27F2-84C6-6AA20D8F6D56}"/>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2C856E1D-4134-5C6C-2F30-22CD85C52409}"/>
                </a:ext>
              </a:extLst>
            </p:cNvPr>
            <p:cNvSpPr/>
            <p:nvPr/>
          </p:nvSpPr>
          <p:spPr>
            <a:xfrm rot="20019298">
              <a:off x="51275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12/13/2025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400" y="1559298"/>
            <a:ext cx="11125199" cy="4782312"/>
          </a:xfrm>
        </p:spPr>
        <p:txBody>
          <a:bodyPr anchor="b">
            <a:noAutofit/>
          </a:bodyPr>
          <a:lstStyle>
            <a:lvl1pPr marL="0" indent="0">
              <a:lnSpc>
                <a:spcPct val="90000"/>
              </a:lnSpc>
              <a:spcBef>
                <a:spcPts val="0"/>
              </a:spcBef>
              <a:buNone/>
              <a:defRPr sz="7200" b="0" i="0">
                <a:solidFill>
                  <a:schemeClr val="tx1"/>
                </a:solidFill>
                <a:latin typeface="+mj-lt"/>
              </a:defRPr>
            </a:lvl1pPr>
            <a:lvl2pPr marL="228600" indent="0">
              <a:lnSpc>
                <a:spcPct val="90000"/>
              </a:lnSpc>
              <a:spcBef>
                <a:spcPts val="0"/>
              </a:spcBef>
              <a:buNone/>
              <a:defRPr sz="7200" b="0" i="0">
                <a:solidFill>
                  <a:schemeClr val="tx1"/>
                </a:solidFill>
                <a:latin typeface="+mj-lt"/>
              </a:defRPr>
            </a:lvl2pPr>
            <a:lvl3pPr marL="457200" indent="0">
              <a:lnSpc>
                <a:spcPct val="90000"/>
              </a:lnSpc>
              <a:spcBef>
                <a:spcPts val="0"/>
              </a:spcBef>
              <a:buNone/>
              <a:defRPr sz="7200" b="0" i="0">
                <a:solidFill>
                  <a:schemeClr val="tx1"/>
                </a:solidFill>
                <a:latin typeface="+mj-lt"/>
              </a:defRPr>
            </a:lvl3pPr>
            <a:lvl4pPr marL="685800" indent="0">
              <a:lnSpc>
                <a:spcPct val="90000"/>
              </a:lnSpc>
              <a:spcBef>
                <a:spcPts val="0"/>
              </a:spcBef>
              <a:buNone/>
              <a:defRPr sz="7200" b="0" i="0">
                <a:solidFill>
                  <a:schemeClr val="tx1"/>
                </a:solidFill>
                <a:latin typeface="+mj-lt"/>
              </a:defRPr>
            </a:lvl4pPr>
            <a:lvl5pPr marL="914400" indent="0">
              <a:lnSpc>
                <a:spcPct val="90000"/>
              </a:lnSpc>
              <a:spcBef>
                <a:spcPts val="0"/>
              </a:spcBef>
              <a:buNone/>
              <a:defRPr sz="7200" b="0" i="0">
                <a:solidFill>
                  <a:schemeClr val="tx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176921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4">
            <a:lumMod val="20000"/>
            <a:lumOff val="80000"/>
          </a:schemeClr>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4BEFABD-CB75-C946-222C-00C4D17BBCAC}"/>
              </a:ext>
            </a:extLst>
          </p:cNvPr>
          <p:cNvGrpSpPr/>
          <p:nvPr userDrawn="1"/>
        </p:nvGrpSpPr>
        <p:grpSpPr>
          <a:xfrm>
            <a:off x="152400" y="-88436"/>
            <a:ext cx="11887200" cy="7037751"/>
            <a:chOff x="152400" y="-88436"/>
            <a:chExt cx="11887200" cy="7037751"/>
          </a:xfrm>
          <a:noFill/>
        </p:grpSpPr>
        <p:sp>
          <p:nvSpPr>
            <p:cNvPr id="7" name="Freeform 6">
              <a:extLst>
                <a:ext uri="{FF2B5EF4-FFF2-40B4-BE49-F238E27FC236}">
                  <a16:creationId xmlns:a16="http://schemas.microsoft.com/office/drawing/2014/main" id="{A996BEEC-0C49-EB89-B4C3-4243624505D2}"/>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11DC428A-372E-27F2-84C6-6AA20D8F6D56}"/>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2C856E1D-4134-5C6C-2F30-22CD85C52409}"/>
                </a:ext>
              </a:extLst>
            </p:cNvPr>
            <p:cNvSpPr/>
            <p:nvPr/>
          </p:nvSpPr>
          <p:spPr>
            <a:xfrm rot="20019298">
              <a:off x="5127522" y="-88436"/>
              <a:ext cx="4005435" cy="7037751"/>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400" y="1559298"/>
            <a:ext cx="11125199" cy="4782312"/>
          </a:xfrm>
        </p:spPr>
        <p:txBody>
          <a:bodyPr anchor="b">
            <a:noAutofit/>
          </a:bodyPr>
          <a:lstStyle>
            <a:lvl1pPr marL="0" indent="0">
              <a:lnSpc>
                <a:spcPct val="90000"/>
              </a:lnSpc>
              <a:spcBef>
                <a:spcPts val="0"/>
              </a:spcBef>
              <a:buNone/>
              <a:defRPr sz="7200" b="0" i="0">
                <a:solidFill>
                  <a:schemeClr val="tx1"/>
                </a:solidFill>
                <a:latin typeface="+mj-lt"/>
              </a:defRPr>
            </a:lvl1pPr>
            <a:lvl2pPr marL="228600" indent="0">
              <a:lnSpc>
                <a:spcPct val="90000"/>
              </a:lnSpc>
              <a:spcBef>
                <a:spcPts val="0"/>
              </a:spcBef>
              <a:buNone/>
              <a:defRPr sz="7200" b="0" i="0">
                <a:solidFill>
                  <a:schemeClr val="tx1"/>
                </a:solidFill>
                <a:latin typeface="+mj-lt"/>
              </a:defRPr>
            </a:lvl2pPr>
            <a:lvl3pPr marL="457200" indent="0">
              <a:lnSpc>
                <a:spcPct val="90000"/>
              </a:lnSpc>
              <a:spcBef>
                <a:spcPts val="0"/>
              </a:spcBef>
              <a:buNone/>
              <a:defRPr sz="7200" b="0" i="0">
                <a:solidFill>
                  <a:schemeClr val="tx1"/>
                </a:solidFill>
                <a:latin typeface="+mj-lt"/>
              </a:defRPr>
            </a:lvl3pPr>
            <a:lvl4pPr marL="685800" indent="0">
              <a:lnSpc>
                <a:spcPct val="90000"/>
              </a:lnSpc>
              <a:spcBef>
                <a:spcPts val="0"/>
              </a:spcBef>
              <a:buNone/>
              <a:defRPr sz="7200" b="0" i="0">
                <a:solidFill>
                  <a:schemeClr val="tx1"/>
                </a:solidFill>
                <a:latin typeface="+mj-lt"/>
              </a:defRPr>
            </a:lvl4pPr>
            <a:lvl5pPr marL="914400" indent="0">
              <a:lnSpc>
                <a:spcPct val="90000"/>
              </a:lnSpc>
              <a:spcBef>
                <a:spcPts val="0"/>
              </a:spcBef>
              <a:buNone/>
              <a:defRPr sz="7200" b="0" i="0">
                <a:solidFill>
                  <a:schemeClr val="tx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12/13/2025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078001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33400" y="5753744"/>
            <a:ext cx="11125200" cy="587277"/>
          </a:xfrm>
        </p:spPr>
        <p:txBody>
          <a:bodyPr anchor="ctr">
            <a:normAutofit/>
          </a:bodyPr>
          <a:lstStyle>
            <a:lvl1pPr algn="r">
              <a:lnSpc>
                <a:spcPct val="120000"/>
              </a:lnSpc>
              <a:defRPr sz="2000" b="0" i="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400" y="1125865"/>
            <a:ext cx="9226574" cy="46278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12/13/2025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grpSp>
        <p:nvGrpSpPr>
          <p:cNvPr id="6" name="Group 5">
            <a:extLst>
              <a:ext uri="{FF2B5EF4-FFF2-40B4-BE49-F238E27FC236}">
                <a16:creationId xmlns:a16="http://schemas.microsoft.com/office/drawing/2014/main" id="{957D5DCB-C78A-3045-4A42-D1BAF957307A}"/>
              </a:ext>
            </a:extLst>
          </p:cNvPr>
          <p:cNvGrpSpPr/>
          <p:nvPr userDrawn="1"/>
        </p:nvGrpSpPr>
        <p:grpSpPr>
          <a:xfrm flipH="1" flipV="1">
            <a:off x="152400" y="-88436"/>
            <a:ext cx="11887200" cy="7037751"/>
            <a:chOff x="152400" y="-88436"/>
            <a:chExt cx="11887200" cy="7037751"/>
          </a:xfrm>
        </p:grpSpPr>
        <p:sp>
          <p:nvSpPr>
            <p:cNvPr id="8" name="Freeform 7">
              <a:extLst>
                <a:ext uri="{FF2B5EF4-FFF2-40B4-BE49-F238E27FC236}">
                  <a16:creationId xmlns:a16="http://schemas.microsoft.com/office/drawing/2014/main" id="{9DA47DF6-7422-370F-C575-3584C4CB05A9}"/>
                </a:ext>
              </a:extLst>
            </p:cNvPr>
            <p:cNvSpPr/>
            <p:nvPr/>
          </p:nvSpPr>
          <p:spPr>
            <a:xfrm>
              <a:off x="5217408" y="148866"/>
              <a:ext cx="6822192" cy="6544413"/>
            </a:xfrm>
            <a:custGeom>
              <a:avLst/>
              <a:gdLst>
                <a:gd name="connsiteX0" fmla="*/ 3231794 w 6822192"/>
                <a:gd name="connsiteY0" fmla="*/ 0 h 6544413"/>
                <a:gd name="connsiteX1" fmla="*/ 3272206 w 6822192"/>
                <a:gd name="connsiteY1" fmla="*/ 0 h 6544413"/>
                <a:gd name="connsiteX2" fmla="*/ 6822192 w 6822192"/>
                <a:gd name="connsiteY2" fmla="*/ 0 h 6544413"/>
                <a:gd name="connsiteX3" fmla="*/ 6822192 w 6822192"/>
                <a:gd name="connsiteY3" fmla="*/ 6544413 h 6544413"/>
                <a:gd name="connsiteX4" fmla="*/ 3272206 w 6822192"/>
                <a:gd name="connsiteY4" fmla="*/ 6544413 h 6544413"/>
                <a:gd name="connsiteX5" fmla="*/ 3231794 w 6822192"/>
                <a:gd name="connsiteY5" fmla="*/ 6544413 h 6544413"/>
                <a:gd name="connsiteX6" fmla="*/ 3231794 w 6822192"/>
                <a:gd name="connsiteY6" fmla="*/ 6542374 h 6544413"/>
                <a:gd name="connsiteX7" fmla="*/ 2937641 w 6822192"/>
                <a:gd name="connsiteY7" fmla="*/ 6527520 h 6544413"/>
                <a:gd name="connsiteX8" fmla="*/ 0 w 6822192"/>
                <a:gd name="connsiteY8" fmla="*/ 3272207 h 6544413"/>
                <a:gd name="connsiteX9" fmla="*/ 2937641 w 6822192"/>
                <a:gd name="connsiteY9" fmla="*/ 16895 h 6544413"/>
                <a:gd name="connsiteX10" fmla="*/ 3231794 w 6822192"/>
                <a:gd name="connsiteY10" fmla="*/ 2041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2192" h="6544413">
                  <a:moveTo>
                    <a:pt x="3231794" y="0"/>
                  </a:moveTo>
                  <a:lnTo>
                    <a:pt x="3272206" y="0"/>
                  </a:lnTo>
                  <a:lnTo>
                    <a:pt x="6822192" y="0"/>
                  </a:lnTo>
                  <a:lnTo>
                    <a:pt x="6822192" y="6544413"/>
                  </a:lnTo>
                  <a:lnTo>
                    <a:pt x="3272206" y="6544413"/>
                  </a:lnTo>
                  <a:lnTo>
                    <a:pt x="3231794" y="6544413"/>
                  </a:lnTo>
                  <a:lnTo>
                    <a:pt x="3231794" y="6542374"/>
                  </a:lnTo>
                  <a:lnTo>
                    <a:pt x="2937641" y="6527520"/>
                  </a:lnTo>
                  <a:cubicBezTo>
                    <a:pt x="1287610" y="6359951"/>
                    <a:pt x="0" y="4966448"/>
                    <a:pt x="0" y="3272207"/>
                  </a:cubicBezTo>
                  <a:cubicBezTo>
                    <a:pt x="0" y="1577967"/>
                    <a:pt x="1287610" y="184464"/>
                    <a:pt x="2937641" y="16895"/>
                  </a:cubicBezTo>
                  <a:lnTo>
                    <a:pt x="3231794" y="2041"/>
                  </a:lnTo>
                  <a:close/>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A5D1B8AA-DC25-BD12-0C34-71C058CEE5B8}"/>
                </a:ext>
              </a:extLst>
            </p:cNvPr>
            <p:cNvSpPr/>
            <p:nvPr/>
          </p:nvSpPr>
          <p:spPr>
            <a:xfrm flipH="1">
              <a:off x="152400" y="1586373"/>
              <a:ext cx="562714" cy="3669401"/>
            </a:xfrm>
            <a:custGeom>
              <a:avLst/>
              <a:gdLst>
                <a:gd name="connsiteX0" fmla="*/ 562714 w 562714"/>
                <a:gd name="connsiteY0" fmla="*/ 0 h 3669401"/>
                <a:gd name="connsiteX1" fmla="*/ 558842 w 562714"/>
                <a:gd name="connsiteY1" fmla="*/ 5178 h 3669401"/>
                <a:gd name="connsiteX2" fmla="*/ 0 w 562714"/>
                <a:gd name="connsiteY2" fmla="*/ 1834700 h 3669401"/>
                <a:gd name="connsiteX3" fmla="*/ 558842 w 562714"/>
                <a:gd name="connsiteY3" fmla="*/ 3664222 h 3669401"/>
                <a:gd name="connsiteX4" fmla="*/ 562714 w 562714"/>
                <a:gd name="connsiteY4" fmla="*/ 3669401 h 366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714" h="3669401">
                  <a:moveTo>
                    <a:pt x="562714" y="0"/>
                  </a:moveTo>
                  <a:lnTo>
                    <a:pt x="558842" y="5178"/>
                  </a:lnTo>
                  <a:cubicBezTo>
                    <a:pt x="206018" y="527426"/>
                    <a:pt x="0" y="1157004"/>
                    <a:pt x="0" y="1834700"/>
                  </a:cubicBezTo>
                  <a:cubicBezTo>
                    <a:pt x="0" y="2512396"/>
                    <a:pt x="206018" y="3141975"/>
                    <a:pt x="558842" y="3664222"/>
                  </a:cubicBezTo>
                  <a:lnTo>
                    <a:pt x="562714" y="3669401"/>
                  </a:lnTo>
                  <a:close/>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456AC469-2947-1746-497A-AFAE40774752}"/>
                </a:ext>
              </a:extLst>
            </p:cNvPr>
            <p:cNvSpPr/>
            <p:nvPr/>
          </p:nvSpPr>
          <p:spPr>
            <a:xfrm rot="1580702" flipH="1">
              <a:off x="963543" y="-88436"/>
              <a:ext cx="4005435" cy="7037751"/>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65654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09108B5-C429-31CF-031E-CED9C7D1A9A1}"/>
              </a:ext>
            </a:extLst>
          </p:cNvPr>
          <p:cNvSpPr>
            <a:spLocks noGrp="1"/>
          </p:cNvSpPr>
          <p:nvPr>
            <p:ph type="title" hasCustomPrompt="1"/>
          </p:nvPr>
        </p:nvSpPr>
        <p:spPr>
          <a:xfrm>
            <a:off x="533400" y="5750809"/>
            <a:ext cx="11125200" cy="590211"/>
          </a:xfrm>
        </p:spPr>
        <p:txBody>
          <a:bodyPr anchor="ctr"/>
          <a:lstStyle>
            <a:lvl1pPr>
              <a:lnSpc>
                <a:spcPct val="120000"/>
              </a:lnSpc>
              <a:defRPr sz="2000">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439232"/>
            <a:ext cx="11125199" cy="4001145"/>
          </a:xfrm>
        </p:spPr>
        <p:txBody>
          <a:bodyPr anchor="ctr">
            <a:normAutofit/>
          </a:bodyPr>
          <a:lstStyle>
            <a:lvl1pPr marL="164592" indent="-164592">
              <a:lnSpc>
                <a:spcPct val="100000"/>
              </a:lnSpc>
              <a:spcBef>
                <a:spcPts val="0"/>
              </a:spcBef>
              <a:buNone/>
              <a:defRPr sz="72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12/13/2025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
        <p:nvSpPr>
          <p:cNvPr id="11" name="Freeform 10">
            <a:extLst>
              <a:ext uri="{FF2B5EF4-FFF2-40B4-BE49-F238E27FC236}">
                <a16:creationId xmlns:a16="http://schemas.microsoft.com/office/drawing/2014/main" id="{337A93F4-1DC8-4F22-DF99-956D9D7BF7CA}"/>
              </a:ext>
            </a:extLst>
          </p:cNvPr>
          <p:cNvSpPr/>
          <p:nvPr userDrawn="1"/>
        </p:nvSpPr>
        <p:spPr>
          <a:xfrm flipV="1">
            <a:off x="152399" y="181515"/>
            <a:ext cx="11887202" cy="6458077"/>
          </a:xfrm>
          <a:custGeom>
            <a:avLst/>
            <a:gdLst>
              <a:gd name="connsiteX0" fmla="*/ 11887202 w 11887202"/>
              <a:gd name="connsiteY0" fmla="*/ 864612 h 6458077"/>
              <a:gd name="connsiteX1" fmla="*/ 11887202 w 11887202"/>
              <a:gd name="connsiteY1" fmla="*/ 5584272 h 6458077"/>
              <a:gd name="connsiteX2" fmla="*/ 11802450 w 11887202"/>
              <a:gd name="connsiteY2" fmla="*/ 5507244 h 6458077"/>
              <a:gd name="connsiteX3" fmla="*/ 10856879 w 11887202"/>
              <a:gd name="connsiteY3" fmla="*/ 3224438 h 6458077"/>
              <a:gd name="connsiteX4" fmla="*/ 11802450 w 11887202"/>
              <a:gd name="connsiteY4" fmla="*/ 941640 h 6458077"/>
              <a:gd name="connsiteX5" fmla="*/ 3228367 w 11887202"/>
              <a:gd name="connsiteY5" fmla="*/ 1351 h 6458077"/>
              <a:gd name="connsiteX6" fmla="*/ 6456736 w 11887202"/>
              <a:gd name="connsiteY6" fmla="*/ 3229719 h 6458077"/>
              <a:gd name="connsiteX7" fmla="*/ 3228367 w 11887202"/>
              <a:gd name="connsiteY7" fmla="*/ 6458077 h 6458077"/>
              <a:gd name="connsiteX8" fmla="*/ 0 w 11887202"/>
              <a:gd name="connsiteY8" fmla="*/ 3229719 h 6458077"/>
              <a:gd name="connsiteX9" fmla="*/ 3228367 w 11887202"/>
              <a:gd name="connsiteY9" fmla="*/ 1351 h 6458077"/>
              <a:gd name="connsiteX10" fmla="*/ 9660775 w 11887202"/>
              <a:gd name="connsiteY10" fmla="*/ 553 h 6458077"/>
              <a:gd name="connsiteX11" fmla="*/ 10151565 w 11887202"/>
              <a:gd name="connsiteY11" fmla="*/ 117417 h 6458077"/>
              <a:gd name="connsiteX12" fmla="*/ 10435757 w 11887202"/>
              <a:gd name="connsiteY12" fmla="*/ 4065627 h 6458077"/>
              <a:gd name="connsiteX13" fmla="*/ 7168123 w 11887202"/>
              <a:gd name="connsiteY13" fmla="*/ 6299815 h 6458077"/>
              <a:gd name="connsiteX14" fmla="*/ 6883933 w 11887202"/>
              <a:gd name="connsiteY14" fmla="*/ 2351584 h 6458077"/>
              <a:gd name="connsiteX15" fmla="*/ 9660775 w 11887202"/>
              <a:gd name="connsiteY15" fmla="*/ 553 h 645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887202" h="6458077">
                <a:moveTo>
                  <a:pt x="11887202" y="864612"/>
                </a:moveTo>
                <a:lnTo>
                  <a:pt x="11887202" y="5584272"/>
                </a:lnTo>
                <a:lnTo>
                  <a:pt x="11802450" y="5507244"/>
                </a:lnTo>
                <a:cubicBezTo>
                  <a:pt x="11218229" y="4923022"/>
                  <a:pt x="10856879" y="4115927"/>
                  <a:pt x="10856879" y="3224438"/>
                </a:cubicBezTo>
                <a:cubicBezTo>
                  <a:pt x="10856879" y="2332950"/>
                  <a:pt x="11218229" y="1525859"/>
                  <a:pt x="11802450" y="941640"/>
                </a:cubicBezTo>
                <a:close/>
                <a:moveTo>
                  <a:pt x="3228367" y="1351"/>
                </a:moveTo>
                <a:cubicBezTo>
                  <a:pt x="5011335" y="1351"/>
                  <a:pt x="6456736" y="1446742"/>
                  <a:pt x="6456736" y="3229719"/>
                </a:cubicBezTo>
                <a:cubicBezTo>
                  <a:pt x="6456736" y="5012677"/>
                  <a:pt x="5011335" y="6458077"/>
                  <a:pt x="3228367" y="6458077"/>
                </a:cubicBezTo>
                <a:cubicBezTo>
                  <a:pt x="1445390" y="6458077"/>
                  <a:pt x="0" y="5012677"/>
                  <a:pt x="0" y="3229719"/>
                </a:cubicBezTo>
                <a:cubicBezTo>
                  <a:pt x="1" y="1446742"/>
                  <a:pt x="1445390" y="1351"/>
                  <a:pt x="3228367" y="1351"/>
                </a:cubicBezTo>
                <a:close/>
                <a:moveTo>
                  <a:pt x="9660775" y="553"/>
                </a:moveTo>
                <a:cubicBezTo>
                  <a:pt x="9833292" y="5481"/>
                  <a:pt x="9998315" y="43461"/>
                  <a:pt x="10151565" y="117417"/>
                </a:cubicBezTo>
                <a:cubicBezTo>
                  <a:pt x="11132366" y="590741"/>
                  <a:pt x="11259636" y="2358418"/>
                  <a:pt x="10435757" y="4065627"/>
                </a:cubicBezTo>
                <a:cubicBezTo>
                  <a:pt x="9611925" y="5772802"/>
                  <a:pt x="8148926" y="6773070"/>
                  <a:pt x="7168123" y="6299815"/>
                </a:cubicBezTo>
                <a:cubicBezTo>
                  <a:pt x="6187323" y="5826465"/>
                  <a:pt x="6060053" y="4058797"/>
                  <a:pt x="6883933" y="2351584"/>
                </a:cubicBezTo>
                <a:cubicBezTo>
                  <a:pt x="7579040" y="911127"/>
                  <a:pt x="8729181" y="-26057"/>
                  <a:pt x="9660775" y="553"/>
                </a:cubicBezTo>
                <a:close/>
              </a:path>
            </a:pathLst>
          </a:custGeom>
          <a:noFill/>
          <a:ln w="1270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4843739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42D1488-1A4D-052D-8768-524632AECB29}"/>
              </a:ext>
            </a:extLst>
          </p:cNvPr>
          <p:cNvGrpSpPr/>
          <p:nvPr userDrawn="1"/>
        </p:nvGrpSpPr>
        <p:grpSpPr>
          <a:xfrm>
            <a:off x="152400" y="89109"/>
            <a:ext cx="13022552" cy="6604170"/>
            <a:chOff x="152400" y="89109"/>
            <a:chExt cx="13022552" cy="6604170"/>
          </a:xfrm>
          <a:solidFill>
            <a:schemeClr val="accent4">
              <a:lumMod val="40000"/>
              <a:lumOff val="60000"/>
            </a:schemeClr>
          </a:solidFill>
        </p:grpSpPr>
        <p:sp>
          <p:nvSpPr>
            <p:cNvPr id="6" name="Freeform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Title 10">
            <a:extLst>
              <a:ext uri="{FF2B5EF4-FFF2-40B4-BE49-F238E27FC236}">
                <a16:creationId xmlns:a16="http://schemas.microsoft.com/office/drawing/2014/main" id="{E3FA50EB-BD17-34CA-249D-4C6E63E2BDA6}"/>
              </a:ext>
            </a:extLst>
          </p:cNvPr>
          <p:cNvSpPr>
            <a:spLocks noGrp="1"/>
          </p:cNvSpPr>
          <p:nvPr>
            <p:ph type="title" hasCustomPrompt="1"/>
          </p:nvPr>
        </p:nvSpPr>
        <p:spPr>
          <a:xfrm>
            <a:off x="533400" y="5753743"/>
            <a:ext cx="11125200" cy="587277"/>
          </a:xfrm>
        </p:spPr>
        <p:txBody>
          <a:bodyPr anchor="ctr"/>
          <a:lstStyle>
            <a:lvl1pPr>
              <a:lnSpc>
                <a:spcPct val="120000"/>
              </a:lnSpc>
              <a:defRPr sz="2000">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439232"/>
            <a:ext cx="11125199" cy="4001145"/>
          </a:xfrm>
        </p:spPr>
        <p:txBody>
          <a:bodyPr anchor="ctr">
            <a:normAutofit/>
          </a:bodyPr>
          <a:lstStyle>
            <a:lvl1pPr marL="164592" indent="-164592">
              <a:lnSpc>
                <a:spcPct val="100000"/>
              </a:lnSpc>
              <a:spcBef>
                <a:spcPts val="0"/>
              </a:spcBef>
              <a:buNone/>
              <a:defRPr sz="72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12/13/2025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28405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42D1488-1A4D-052D-8768-524632AECB29}"/>
              </a:ext>
            </a:extLst>
          </p:cNvPr>
          <p:cNvGrpSpPr/>
          <p:nvPr userDrawn="1"/>
        </p:nvGrpSpPr>
        <p:grpSpPr>
          <a:xfrm>
            <a:off x="152400" y="89109"/>
            <a:ext cx="13022552" cy="6604170"/>
            <a:chOff x="152400" y="89109"/>
            <a:chExt cx="13022552" cy="6604170"/>
          </a:xfrm>
          <a:solidFill>
            <a:schemeClr val="accent4">
              <a:lumMod val="60000"/>
              <a:lumOff val="40000"/>
            </a:schemeClr>
          </a:solidFill>
        </p:grpSpPr>
        <p:sp>
          <p:nvSpPr>
            <p:cNvPr id="6" name="Freeform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Title 10">
            <a:extLst>
              <a:ext uri="{FF2B5EF4-FFF2-40B4-BE49-F238E27FC236}">
                <a16:creationId xmlns:a16="http://schemas.microsoft.com/office/drawing/2014/main" id="{A741954E-5375-69D9-7FFE-F7AEAB2F9C70}"/>
              </a:ext>
            </a:extLst>
          </p:cNvPr>
          <p:cNvSpPr>
            <a:spLocks noGrp="1"/>
          </p:cNvSpPr>
          <p:nvPr>
            <p:ph type="title" hasCustomPrompt="1"/>
          </p:nvPr>
        </p:nvSpPr>
        <p:spPr>
          <a:xfrm>
            <a:off x="533400" y="5750809"/>
            <a:ext cx="11125200" cy="590211"/>
          </a:xfrm>
        </p:spPr>
        <p:txBody>
          <a:bodyPr anchor="ctr">
            <a:normAutofit/>
          </a:bodyPr>
          <a:lstStyle>
            <a:lvl1pPr>
              <a:lnSpc>
                <a:spcPct val="120000"/>
              </a:lnSpc>
              <a:defRPr sz="2000">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400" y="1439232"/>
            <a:ext cx="9146294" cy="4001145"/>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12/13/2025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094405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5">
    <p:bg>
      <p:bgPr>
        <a:solidFill>
          <a:schemeClr val="accent4">
            <a:lumMod val="40000"/>
            <a:lumOff val="60000"/>
          </a:schemeClr>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42D1488-1A4D-052D-8768-524632AECB29}"/>
              </a:ext>
            </a:extLst>
          </p:cNvPr>
          <p:cNvGrpSpPr/>
          <p:nvPr userDrawn="1"/>
        </p:nvGrpSpPr>
        <p:grpSpPr>
          <a:xfrm>
            <a:off x="152400" y="89109"/>
            <a:ext cx="13022552" cy="6604170"/>
            <a:chOff x="152400" y="89109"/>
            <a:chExt cx="13022552" cy="6604170"/>
          </a:xfrm>
          <a:noFill/>
        </p:grpSpPr>
        <p:sp>
          <p:nvSpPr>
            <p:cNvPr id="6" name="Freeform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2" name="Title 11">
            <a:extLst>
              <a:ext uri="{FF2B5EF4-FFF2-40B4-BE49-F238E27FC236}">
                <a16:creationId xmlns:a16="http://schemas.microsoft.com/office/drawing/2014/main" id="{78514D19-BCE4-63CC-C1FA-5952C7F9B324}"/>
              </a:ext>
            </a:extLst>
          </p:cNvPr>
          <p:cNvSpPr>
            <a:spLocks noGrp="1"/>
          </p:cNvSpPr>
          <p:nvPr>
            <p:ph type="title" hasCustomPrompt="1"/>
          </p:nvPr>
        </p:nvSpPr>
        <p:spPr>
          <a:xfrm>
            <a:off x="533400" y="5750810"/>
            <a:ext cx="11125200" cy="590210"/>
          </a:xfrm>
        </p:spPr>
        <p:txBody>
          <a:bodyPr anchor="ctr">
            <a:normAutofit/>
          </a:bodyPr>
          <a:lstStyle>
            <a:lvl1pPr>
              <a:lnSpc>
                <a:spcPct val="120000"/>
              </a:lnSpc>
              <a:defRPr sz="2000">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400" y="1439232"/>
            <a:ext cx="9146294" cy="4001145"/>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12/13/2025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27792694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6">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33400" y="5753744"/>
            <a:ext cx="11125200" cy="587277"/>
          </a:xfrm>
        </p:spPr>
        <p:txBody>
          <a:bodyPr anchor="ctr">
            <a:normAutofit/>
          </a:bodyPr>
          <a:lstStyle>
            <a:lvl1pPr algn="r">
              <a:lnSpc>
                <a:spcPct val="120000"/>
              </a:lnSpc>
              <a:defRPr sz="2000" b="0" i="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533400"/>
            <a:ext cx="11125199" cy="4906977"/>
          </a:xfrm>
        </p:spPr>
        <p:txBody>
          <a:bodyPr anchor="b">
            <a:normAutofit/>
          </a:bodyPr>
          <a:lstStyle>
            <a:lvl1pPr marL="164592" indent="-164592">
              <a:lnSpc>
                <a:spcPct val="100000"/>
              </a:lnSpc>
              <a:spcBef>
                <a:spcPts val="0"/>
              </a:spcBef>
              <a:buNone/>
              <a:defRPr sz="72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12/13/2025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0332700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3400"/>
            <a:ext cx="11125200" cy="1147498"/>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533400" y="1825625"/>
            <a:ext cx="5154295" cy="451833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5" y="1825624"/>
            <a:ext cx="5154295" cy="451832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D0A52C9-A7D6-4EB8-8F3D-1519181DDC1D}" type="datetime1">
              <a:rPr lang="en-US" smtClean="0"/>
              <a:t>12/13/2025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0801282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400" y="533400"/>
            <a:ext cx="11125200" cy="1010304"/>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400" y="1685735"/>
            <a:ext cx="5151120" cy="559834"/>
          </a:xfrm>
        </p:spPr>
        <p:txBody>
          <a:bodyPr anchor="b">
            <a:normAutofit/>
          </a:bodyPr>
          <a:lstStyle>
            <a:lvl1pPr marL="0" indent="0">
              <a:lnSpc>
                <a:spcPct val="90000"/>
              </a:lnSpc>
              <a:buNone/>
              <a:defRPr sz="1600" b="1" i="0" cap="all"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400" y="2387600"/>
            <a:ext cx="5151120" cy="39563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7480" y="1685735"/>
            <a:ext cx="5151120" cy="559834"/>
          </a:xfrm>
        </p:spPr>
        <p:txBody>
          <a:bodyPr anchor="b">
            <a:normAutofit/>
          </a:bodyPr>
          <a:lstStyle>
            <a:lvl1pPr marL="0" indent="0">
              <a:lnSpc>
                <a:spcPct val="90000"/>
              </a:lnSpc>
              <a:buNone/>
              <a:defRPr sz="1600" b="1" i="0" cap="all"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7480" y="2387599"/>
            <a:ext cx="5151120" cy="395635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2E9CE581-A048-42A8-B14C-488A3338D2F0}" type="datetime1">
              <a:rPr lang="en-US" smtClean="0"/>
              <a:t>12/13/2025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454681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400" y="533400"/>
            <a:ext cx="11125200" cy="1039368"/>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F37B15FB-E45F-4977-9C40-BB6531CE6EA6}" type="datetime1">
              <a:rPr lang="en-US" smtClean="0"/>
              <a:t>12/13/2025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401474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4">
            <a:alpha val="10000"/>
          </a:schemeClr>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8922BC5-E711-4A36-A80E-0A418F83672D}" type="datetime1">
              <a:rPr lang="en-US" smtClean="0"/>
              <a:t>12/13/2025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273505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33400" y="533400"/>
            <a:ext cx="3674882" cy="1777721"/>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33400" y="2590800"/>
            <a:ext cx="3674882" cy="3713584"/>
          </a:xfrm>
        </p:spPr>
        <p:txBody>
          <a:bodyPr anchor="t">
            <a:normAutofit/>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33401"/>
            <a:ext cx="6523892" cy="57753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33400" y="6343955"/>
            <a:ext cx="2884652" cy="365125"/>
          </a:xfrm>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12/13/2025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658978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4">
            <a:alpha val="10000"/>
          </a:schemeClr>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5E53D624-ABA6-9A76-4FD0-F52528F4F020}"/>
              </a:ext>
            </a:extLst>
          </p:cNvPr>
          <p:cNvGrpSpPr/>
          <p:nvPr userDrawn="1"/>
        </p:nvGrpSpPr>
        <p:grpSpPr>
          <a:xfrm>
            <a:off x="152400" y="-88436"/>
            <a:ext cx="4930878" cy="7037751"/>
            <a:chOff x="152400" y="-88436"/>
            <a:chExt cx="4930878" cy="7037751"/>
          </a:xfrm>
          <a:solidFill>
            <a:schemeClr val="accent4">
              <a:lumMod val="20000"/>
              <a:lumOff val="80000"/>
            </a:schemeClr>
          </a:solidFill>
        </p:grpSpPr>
        <p:sp>
          <p:nvSpPr>
            <p:cNvPr id="16" name="Freeform 15">
              <a:extLst>
                <a:ext uri="{FF2B5EF4-FFF2-40B4-BE49-F238E27FC236}">
                  <a16:creationId xmlns:a16="http://schemas.microsoft.com/office/drawing/2014/main" id="{1C7F4416-DA31-6B8D-9A61-330FE71D8211}"/>
                </a:ext>
              </a:extLst>
            </p:cNvPr>
            <p:cNvSpPr/>
            <p:nvPr/>
          </p:nvSpPr>
          <p:spPr>
            <a:xfrm flipH="1" flipV="1">
              <a:off x="152400" y="1452255"/>
              <a:ext cx="677014" cy="3975104"/>
            </a:xfrm>
            <a:custGeom>
              <a:avLst/>
              <a:gdLst>
                <a:gd name="connsiteX0" fmla="*/ 677014 w 677014"/>
                <a:gd name="connsiteY0" fmla="*/ 3975104 h 3975104"/>
                <a:gd name="connsiteX1" fmla="*/ 558842 w 677014"/>
                <a:gd name="connsiteY1" fmla="*/ 3817074 h 3975104"/>
                <a:gd name="connsiteX2" fmla="*/ 0 w 677014"/>
                <a:gd name="connsiteY2" fmla="*/ 1987552 h 3975104"/>
                <a:gd name="connsiteX3" fmla="*/ 558842 w 677014"/>
                <a:gd name="connsiteY3" fmla="*/ 158030 h 3975104"/>
                <a:gd name="connsiteX4" fmla="*/ 677014 w 677014"/>
                <a:gd name="connsiteY4" fmla="*/ 0 h 3975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014" h="3975104">
                  <a:moveTo>
                    <a:pt x="677014" y="3975104"/>
                  </a:moveTo>
                  <a:lnTo>
                    <a:pt x="558842" y="3817074"/>
                  </a:lnTo>
                  <a:cubicBezTo>
                    <a:pt x="206018" y="3294826"/>
                    <a:pt x="0" y="2665248"/>
                    <a:pt x="0" y="1987552"/>
                  </a:cubicBezTo>
                  <a:cubicBezTo>
                    <a:pt x="0" y="1309856"/>
                    <a:pt x="206018" y="680278"/>
                    <a:pt x="558842" y="158030"/>
                  </a:cubicBezTo>
                  <a:lnTo>
                    <a:pt x="677014"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Oval 10">
              <a:extLst>
                <a:ext uri="{FF2B5EF4-FFF2-40B4-BE49-F238E27FC236}">
                  <a16:creationId xmlns:a16="http://schemas.microsoft.com/office/drawing/2014/main" id="{2A8EC14B-1023-C20C-B6F8-494ABC6AF491}"/>
                </a:ext>
              </a:extLst>
            </p:cNvPr>
            <p:cNvSpPr/>
            <p:nvPr/>
          </p:nvSpPr>
          <p:spPr>
            <a:xfrm rot="20019298" flipH="1" flipV="1">
              <a:off x="1077843"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33400" y="533400"/>
            <a:ext cx="3674882" cy="1786467"/>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23352" y="2826137"/>
            <a:ext cx="3674882" cy="3517818"/>
          </a:xfrm>
        </p:spPr>
        <p:txBody>
          <a:bodyPr anchor="b"/>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Picture Placeholder 13">
            <a:extLst>
              <a:ext uri="{FF2B5EF4-FFF2-40B4-BE49-F238E27FC236}">
                <a16:creationId xmlns:a16="http://schemas.microsoft.com/office/drawing/2014/main" id="{08E00222-4A7B-B1D4-4FC3-0448371AAF35}"/>
              </a:ext>
            </a:extLst>
          </p:cNvPr>
          <p:cNvSpPr>
            <a:spLocks noGrp="1"/>
          </p:cNvSpPr>
          <p:nvPr>
            <p:ph type="pic" sz="quarter" idx="13" hasCustomPrompt="1"/>
          </p:nvPr>
        </p:nvSpPr>
        <p:spPr>
          <a:xfrm>
            <a:off x="5340483" y="167600"/>
            <a:ext cx="6712605" cy="6541480"/>
          </a:xfrm>
          <a:custGeom>
            <a:avLst/>
            <a:gdLst>
              <a:gd name="connsiteX0" fmla="*/ 3223019 w 6712605"/>
              <a:gd name="connsiteY0" fmla="*/ 0 h 6541480"/>
              <a:gd name="connsiteX1" fmla="*/ 3263431 w 6712605"/>
              <a:gd name="connsiteY1" fmla="*/ 0 h 6541480"/>
              <a:gd name="connsiteX2" fmla="*/ 6712605 w 6712605"/>
              <a:gd name="connsiteY2" fmla="*/ 0 h 6541480"/>
              <a:gd name="connsiteX3" fmla="*/ 6712605 w 6712605"/>
              <a:gd name="connsiteY3" fmla="*/ 6541480 h 6541480"/>
              <a:gd name="connsiteX4" fmla="*/ 3205364 w 6712605"/>
              <a:gd name="connsiteY4" fmla="*/ 6541480 h 6541480"/>
              <a:gd name="connsiteX5" fmla="*/ 2928866 w 6712605"/>
              <a:gd name="connsiteY5" fmla="*/ 6527518 h 6541480"/>
              <a:gd name="connsiteX6" fmla="*/ 6088 w 6712605"/>
              <a:gd name="connsiteY6" fmla="*/ 3586126 h 6541480"/>
              <a:gd name="connsiteX7" fmla="*/ 0 w 6712605"/>
              <a:gd name="connsiteY7" fmla="*/ 3457557 h 6541480"/>
              <a:gd name="connsiteX8" fmla="*/ 0 w 6712605"/>
              <a:gd name="connsiteY8" fmla="*/ 3086856 h 6541480"/>
              <a:gd name="connsiteX9" fmla="*/ 6088 w 6712605"/>
              <a:gd name="connsiteY9" fmla="*/ 2958287 h 6541480"/>
              <a:gd name="connsiteX10" fmla="*/ 2928866 w 6712605"/>
              <a:gd name="connsiteY10" fmla="*/ 16894 h 6541480"/>
              <a:gd name="connsiteX11" fmla="*/ 3223019 w 6712605"/>
              <a:gd name="connsiteY11" fmla="*/ 204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12605" h="6541480">
                <a:moveTo>
                  <a:pt x="3223019" y="0"/>
                </a:moveTo>
                <a:lnTo>
                  <a:pt x="3263431" y="0"/>
                </a:lnTo>
                <a:lnTo>
                  <a:pt x="6712605" y="0"/>
                </a:lnTo>
                <a:lnTo>
                  <a:pt x="6712605" y="6541480"/>
                </a:lnTo>
                <a:lnTo>
                  <a:pt x="3205364" y="6541480"/>
                </a:lnTo>
                <a:lnTo>
                  <a:pt x="2928866" y="6527518"/>
                </a:lnTo>
                <a:cubicBezTo>
                  <a:pt x="1381962" y="6370422"/>
                  <a:pt x="153592" y="5135845"/>
                  <a:pt x="6088" y="3586126"/>
                </a:cubicBezTo>
                <a:lnTo>
                  <a:pt x="0" y="3457557"/>
                </a:lnTo>
                <a:lnTo>
                  <a:pt x="0" y="3086856"/>
                </a:lnTo>
                <a:lnTo>
                  <a:pt x="6088" y="2958287"/>
                </a:lnTo>
                <a:cubicBezTo>
                  <a:pt x="153592" y="1408567"/>
                  <a:pt x="1381962" y="173990"/>
                  <a:pt x="2928866" y="16894"/>
                </a:cubicBezTo>
                <a:lnTo>
                  <a:pt x="3223019" y="2040"/>
                </a:lnTo>
                <a:close/>
              </a:path>
            </a:pathLst>
          </a:custGeom>
          <a:blipFill dpi="0" rotWithShape="1">
            <a:blip r:embed="rId2">
              <a:alphaModFix amt="60000"/>
            </a:blip>
            <a:srcRect/>
            <a:stretch>
              <a:fillRect/>
            </a:stretch>
          </a:blipFill>
        </p:spPr>
        <p:txBody>
          <a:bodyPr wrap="square">
            <a:noAutofit/>
          </a:bodyPr>
          <a:lstStyle>
            <a:lvl1pPr>
              <a:buNone/>
              <a:defRPr/>
            </a:lvl1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A3C7011-18F0-49E4-85C9-3E22BE44E3EB}" type="datetime1">
              <a:rPr lang="en-US" smtClean="0"/>
              <a:t>12/13/2025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6379863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 name="Graphic 3">
            <a:extLst>
              <a:ext uri="{FF2B5EF4-FFF2-40B4-BE49-F238E27FC236}">
                <a16:creationId xmlns:a16="http://schemas.microsoft.com/office/drawing/2014/main" id="{7F3EAC18-F734-AE5D-00E7-025360BD1A2C}"/>
              </a:ext>
            </a:extLst>
          </p:cNvPr>
          <p:cNvSpPr/>
          <p:nvPr userDrawn="1"/>
        </p:nvSpPr>
        <p:spPr>
          <a:xfrm>
            <a:off x="2971799" y="177588"/>
            <a:ext cx="9067801" cy="3258383"/>
          </a:xfrm>
          <a:custGeom>
            <a:avLst/>
            <a:gdLst>
              <a:gd name="connsiteX0" fmla="*/ 3228367 w 17983201"/>
              <a:gd name="connsiteY0" fmla="*/ 5278 h 6462003"/>
              <a:gd name="connsiteX1" fmla="*/ 6456735 w 17983201"/>
              <a:gd name="connsiteY1" fmla="*/ 3233646 h 6462003"/>
              <a:gd name="connsiteX2" fmla="*/ 3228367 w 17983201"/>
              <a:gd name="connsiteY2" fmla="*/ 6462004 h 6462003"/>
              <a:gd name="connsiteX3" fmla="*/ 0 w 17983201"/>
              <a:gd name="connsiteY3" fmla="*/ 3233646 h 6462003"/>
              <a:gd name="connsiteX4" fmla="*/ 3228367 w 17983201"/>
              <a:gd name="connsiteY4" fmla="*/ 5278 h 6462003"/>
              <a:gd name="connsiteX5" fmla="*/ 17983200 w 17983201"/>
              <a:gd name="connsiteY5" fmla="*/ 6456743 h 6462003"/>
              <a:gd name="connsiteX6" fmla="*/ 14109160 w 17983201"/>
              <a:gd name="connsiteY6" fmla="*/ 6456743 h 6462003"/>
              <a:gd name="connsiteX7" fmla="*/ 14109160 w 17983201"/>
              <a:gd name="connsiteY7" fmla="*/ 6456551 h 6462003"/>
              <a:gd name="connsiteX8" fmla="*/ 14085247 w 17983201"/>
              <a:gd name="connsiteY8" fmla="*/ 6456743 h 6462003"/>
              <a:gd name="connsiteX9" fmla="*/ 10856879 w 17983201"/>
              <a:gd name="connsiteY9" fmla="*/ 3228365 h 6462003"/>
              <a:gd name="connsiteX10" fmla="*/ 14085247 w 17983201"/>
              <a:gd name="connsiteY10" fmla="*/ 0 h 6462003"/>
              <a:gd name="connsiteX11" fmla="*/ 14109160 w 17983201"/>
              <a:gd name="connsiteY11" fmla="*/ 140 h 6462003"/>
              <a:gd name="connsiteX12" fmla="*/ 14109160 w 17983201"/>
              <a:gd name="connsiteY12" fmla="*/ 0 h 6462003"/>
              <a:gd name="connsiteX13" fmla="*/ 17983200 w 17983201"/>
              <a:gd name="connsiteY13" fmla="*/ 0 h 6462003"/>
              <a:gd name="connsiteX14" fmla="*/ 17983200 w 17983201"/>
              <a:gd name="connsiteY14" fmla="*/ 6456743 h 6462003"/>
              <a:gd name="connsiteX15" fmla="*/ 6883932 w 17983201"/>
              <a:gd name="connsiteY15" fmla="*/ 2355511 h 6462003"/>
              <a:gd name="connsiteX16" fmla="*/ 10151565 w 17983201"/>
              <a:gd name="connsiteY16" fmla="*/ 121344 h 6462003"/>
              <a:gd name="connsiteX17" fmla="*/ 10435757 w 17983201"/>
              <a:gd name="connsiteY17" fmla="*/ 4069554 h 6462003"/>
              <a:gd name="connsiteX18" fmla="*/ 7168123 w 17983201"/>
              <a:gd name="connsiteY18" fmla="*/ 6303742 h 6462003"/>
              <a:gd name="connsiteX19" fmla="*/ 6883932 w 17983201"/>
              <a:gd name="connsiteY19" fmla="*/ 2355511 h 646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983201" h="6462003">
                <a:moveTo>
                  <a:pt x="3228367" y="5278"/>
                </a:moveTo>
                <a:cubicBezTo>
                  <a:pt x="5011335" y="5278"/>
                  <a:pt x="6456735" y="1450669"/>
                  <a:pt x="6456735" y="3233646"/>
                </a:cubicBezTo>
                <a:cubicBezTo>
                  <a:pt x="6456735" y="5016604"/>
                  <a:pt x="5011335" y="6462004"/>
                  <a:pt x="3228367" y="6462004"/>
                </a:cubicBezTo>
                <a:cubicBezTo>
                  <a:pt x="1445390" y="6462004"/>
                  <a:pt x="0" y="5016604"/>
                  <a:pt x="0" y="3233646"/>
                </a:cubicBezTo>
                <a:cubicBezTo>
                  <a:pt x="1" y="1450669"/>
                  <a:pt x="1445390" y="5278"/>
                  <a:pt x="3228367" y="5278"/>
                </a:cubicBezTo>
                <a:close/>
                <a:moveTo>
                  <a:pt x="17983200" y="6456743"/>
                </a:moveTo>
                <a:lnTo>
                  <a:pt x="14109160" y="6456743"/>
                </a:lnTo>
                <a:lnTo>
                  <a:pt x="14109160" y="6456551"/>
                </a:lnTo>
                <a:cubicBezTo>
                  <a:pt x="14101174" y="6456599"/>
                  <a:pt x="14093233" y="6456743"/>
                  <a:pt x="14085247" y="6456743"/>
                </a:cubicBezTo>
                <a:cubicBezTo>
                  <a:pt x="12302280" y="6456743"/>
                  <a:pt x="10856879" y="5011343"/>
                  <a:pt x="10856879" y="3228365"/>
                </a:cubicBezTo>
                <a:cubicBezTo>
                  <a:pt x="10856879" y="1445389"/>
                  <a:pt x="12302280" y="0"/>
                  <a:pt x="14085247" y="0"/>
                </a:cubicBezTo>
                <a:cubicBezTo>
                  <a:pt x="14093233" y="0"/>
                  <a:pt x="14101174" y="82"/>
                  <a:pt x="14109160" y="140"/>
                </a:cubicBezTo>
                <a:lnTo>
                  <a:pt x="14109160" y="0"/>
                </a:lnTo>
                <a:lnTo>
                  <a:pt x="17983200" y="0"/>
                </a:lnTo>
                <a:lnTo>
                  <a:pt x="17983200" y="6456743"/>
                </a:lnTo>
                <a:close/>
                <a:moveTo>
                  <a:pt x="6883932" y="2355511"/>
                </a:moveTo>
                <a:cubicBezTo>
                  <a:pt x="7707763" y="648302"/>
                  <a:pt x="9170763" y="-351976"/>
                  <a:pt x="10151565" y="121344"/>
                </a:cubicBezTo>
                <a:cubicBezTo>
                  <a:pt x="11132366" y="594668"/>
                  <a:pt x="11259636" y="2362345"/>
                  <a:pt x="10435757" y="4069554"/>
                </a:cubicBezTo>
                <a:cubicBezTo>
                  <a:pt x="9611925" y="5776729"/>
                  <a:pt x="8148925" y="6776997"/>
                  <a:pt x="7168123" y="6303742"/>
                </a:cubicBezTo>
                <a:cubicBezTo>
                  <a:pt x="6187322" y="5830392"/>
                  <a:pt x="6060052" y="4062724"/>
                  <a:pt x="6883932" y="2355511"/>
                </a:cubicBezTo>
                <a:close/>
              </a:path>
            </a:pathLst>
          </a:custGeom>
          <a:noFill/>
          <a:ln w="12700" cap="flat">
            <a:solidFill>
              <a:schemeClr val="accent2">
                <a:lumMod val="75000"/>
              </a:schemeClr>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533400"/>
            <a:ext cx="11125200" cy="1981200"/>
          </a:xfrm>
        </p:spPr>
        <p:txBody>
          <a:bodyPr anchor="b">
            <a:normAutofit/>
          </a:bodyPr>
          <a:lstStyle>
            <a:lvl1pPr>
              <a:defRPr sz="7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400" y="3791783"/>
            <a:ext cx="11125200" cy="2552171"/>
          </a:xfrm>
        </p:spPr>
        <p:txBody>
          <a:bodyPr/>
          <a:lstStyle>
            <a:lvl1pPr marL="0" indent="0">
              <a:buNone/>
              <a:defRPr>
                <a:solidFill>
                  <a:schemeClr val="tx1"/>
                </a:solidFill>
                <a:latin typeface="+mn-lt"/>
              </a:defRPr>
            </a:lvl1pPr>
            <a:lvl2pPr marL="228600" indent="0">
              <a:buNone/>
              <a:defRPr>
                <a:solidFill>
                  <a:schemeClr val="tx1"/>
                </a:solidFill>
                <a:latin typeface="+mn-lt"/>
              </a:defRPr>
            </a:lvl2pPr>
            <a:lvl3pPr marL="457200" indent="0">
              <a:buNone/>
              <a:defRPr>
                <a:solidFill>
                  <a:schemeClr val="tx1"/>
                </a:solidFill>
                <a:latin typeface="+mn-lt"/>
              </a:defRPr>
            </a:lvl3pPr>
            <a:lvl4pPr marL="685800" indent="0">
              <a:buNone/>
              <a:defRPr>
                <a:solidFill>
                  <a:schemeClr val="tx1"/>
                </a:solidFill>
                <a:latin typeface="+mn-lt"/>
              </a:defRPr>
            </a:lvl4pPr>
            <a:lvl5pPr marL="914400" indent="0">
              <a:buNone/>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B1E6060-C53E-4F28-8D83-0C4FB26C4A3F}" type="datetime1">
              <a:rPr lang="en-US" smtClean="0"/>
              <a:pPr/>
              <a:t>12/13/2025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10449072"/>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62C45F7-EFC4-4D4A-509B-AE3656258332}"/>
              </a:ext>
            </a:extLst>
          </p:cNvPr>
          <p:cNvGrpSpPr/>
          <p:nvPr userDrawn="1"/>
        </p:nvGrpSpPr>
        <p:grpSpPr>
          <a:xfrm>
            <a:off x="6096000" y="34636"/>
            <a:ext cx="5943600" cy="3539514"/>
            <a:chOff x="6096000" y="41886"/>
            <a:chExt cx="5943600" cy="3539514"/>
          </a:xfrm>
          <a:noFill/>
        </p:grpSpPr>
        <p:sp>
          <p:nvSpPr>
            <p:cNvPr id="8" name="Freeform 7">
              <a:extLst>
                <a:ext uri="{FF2B5EF4-FFF2-40B4-BE49-F238E27FC236}">
                  <a16:creationId xmlns:a16="http://schemas.microsoft.com/office/drawing/2014/main" id="{4ABD0D72-000A-7F71-ADAA-CC029A467119}"/>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42294F3C-B896-22CC-4539-010FEB2F58AC}"/>
                </a:ext>
              </a:extLst>
            </p:cNvPr>
            <p:cNvSpPr/>
            <p:nvPr/>
          </p:nvSpPr>
          <p:spPr>
            <a:xfrm flipH="1">
              <a:off x="6096000" y="161232"/>
              <a:ext cx="3291399" cy="3291399"/>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3E28D79-A6FB-0B7F-DC13-7D12A22751B6}"/>
                </a:ext>
              </a:extLst>
            </p:cNvPr>
            <p:cNvSpPr/>
            <p:nvPr/>
          </p:nvSpPr>
          <p:spPr>
            <a:xfrm rot="1580702" flipH="1">
              <a:off x="9512342" y="41886"/>
              <a:ext cx="2014464" cy="3539514"/>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2708939"/>
            <a:ext cx="8510013" cy="1842020"/>
          </a:xfrm>
        </p:spPr>
        <p:txBody>
          <a:bodyPr anchor="b">
            <a:noAutofit/>
          </a:bodyPr>
          <a:lstStyle>
            <a:lvl1pPr>
              <a:defRPr sz="72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530" y="4704295"/>
            <a:ext cx="11125069" cy="1608008"/>
          </a:xfrm>
        </p:spPr>
        <p:txBody>
          <a:bodyPr>
            <a:normAutofit/>
          </a:bodyPr>
          <a:lstStyle>
            <a:lvl1pPr marL="0" indent="0">
              <a:buNone/>
              <a:defRPr sz="1800">
                <a:solidFill>
                  <a:schemeClr val="tx1"/>
                </a:solidFill>
                <a:latin typeface="+mn-lt"/>
              </a:defRPr>
            </a:lvl1pPr>
            <a:lvl2pPr marL="228600" indent="0">
              <a:buNone/>
              <a:defRPr sz="1600">
                <a:solidFill>
                  <a:schemeClr val="tx1"/>
                </a:solidFill>
                <a:latin typeface="+mn-lt"/>
              </a:defRPr>
            </a:lvl2pPr>
            <a:lvl3pPr marL="457200" indent="0">
              <a:buNone/>
              <a:defRPr sz="1400">
                <a:solidFill>
                  <a:schemeClr val="tx1"/>
                </a:solidFill>
                <a:latin typeface="+mn-lt"/>
              </a:defRPr>
            </a:lvl3pPr>
            <a:lvl4pPr marL="685800" indent="0">
              <a:buNone/>
              <a:defRPr sz="1400">
                <a:solidFill>
                  <a:schemeClr val="tx1"/>
                </a:solidFill>
                <a:latin typeface="+mn-lt"/>
              </a:defRPr>
            </a:lvl4pPr>
            <a:lvl5pPr marL="914400" indent="0">
              <a:buNone/>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3D1E3E-5DD4-4BAD-A138-1254BF94C224}" type="datetime1">
              <a:rPr lang="en-US" smtClean="0"/>
              <a:pPr/>
              <a:t>12/13/2025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59127050"/>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clusion 3">
    <p:bg>
      <p:bgPr>
        <a:solidFill>
          <a:schemeClr val="accent4">
            <a:lumMod val="40000"/>
            <a:lumOff val="6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62C45F7-EFC4-4D4A-509B-AE3656258332}"/>
              </a:ext>
            </a:extLst>
          </p:cNvPr>
          <p:cNvGrpSpPr/>
          <p:nvPr userDrawn="1"/>
        </p:nvGrpSpPr>
        <p:grpSpPr>
          <a:xfrm>
            <a:off x="6096000" y="34636"/>
            <a:ext cx="5943600" cy="3539514"/>
            <a:chOff x="6096000" y="41886"/>
            <a:chExt cx="5943600" cy="3539514"/>
          </a:xfrm>
          <a:noFill/>
        </p:grpSpPr>
        <p:sp>
          <p:nvSpPr>
            <p:cNvPr id="8" name="Freeform 7">
              <a:extLst>
                <a:ext uri="{FF2B5EF4-FFF2-40B4-BE49-F238E27FC236}">
                  <a16:creationId xmlns:a16="http://schemas.microsoft.com/office/drawing/2014/main" id="{4ABD0D72-000A-7F71-ADAA-CC029A467119}"/>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42294F3C-B896-22CC-4539-010FEB2F58AC}"/>
                </a:ext>
              </a:extLst>
            </p:cNvPr>
            <p:cNvSpPr/>
            <p:nvPr/>
          </p:nvSpPr>
          <p:spPr>
            <a:xfrm flipH="1">
              <a:off x="6096000" y="161232"/>
              <a:ext cx="3291399" cy="3291399"/>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3E28D79-A6FB-0B7F-DC13-7D12A22751B6}"/>
                </a:ext>
              </a:extLst>
            </p:cNvPr>
            <p:cNvSpPr/>
            <p:nvPr/>
          </p:nvSpPr>
          <p:spPr>
            <a:xfrm rot="1580702" flipH="1">
              <a:off x="9512342" y="41886"/>
              <a:ext cx="2014464" cy="3539514"/>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2708939"/>
            <a:ext cx="8510013" cy="1842020"/>
          </a:xfrm>
        </p:spPr>
        <p:txBody>
          <a:bodyPr anchor="b">
            <a:noAutofit/>
          </a:bodyPr>
          <a:lstStyle>
            <a:lvl1pPr>
              <a:defRPr sz="72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530" y="4704295"/>
            <a:ext cx="11125069" cy="1608008"/>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3D1E3E-5DD4-4BAD-A138-1254BF94C224}" type="datetime1">
              <a:rPr lang="en-US" smtClean="0"/>
              <a:pPr/>
              <a:t>12/13/2025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3563106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400" y="533400"/>
            <a:ext cx="11125200" cy="95362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400" y="1669902"/>
            <a:ext cx="11125200" cy="46740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b="0" i="0">
                <a:solidFill>
                  <a:schemeClr val="tx1"/>
                </a:solidFill>
                <a:latin typeface="+mn-lt"/>
              </a:defRPr>
            </a:lvl1pPr>
          </a:lstStyle>
          <a:p>
            <a:fld id="{7DF4F7BB-A1DF-4BD2-8D5B-CA9EB40127CE}" type="datetime1">
              <a:rPr lang="en-US" smtClean="0"/>
              <a:pPr/>
              <a:t>12/13/2025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401" y="6343955"/>
            <a:ext cx="2884652" cy="365125"/>
          </a:xfrm>
          <a:prstGeom prst="rect">
            <a:avLst/>
          </a:prstGeom>
        </p:spPr>
        <p:txBody>
          <a:bodyPr vert="horz" lIns="91440" tIns="45720" rIns="91440" bIns="45720" rtlCol="0" anchor="ctr"/>
          <a:lstStyle>
            <a:lvl1pPr algn="l" rtl="0">
              <a:defRPr sz="800" b="0" i="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511504" cy="365125"/>
          </a:xfrm>
          <a:prstGeom prst="rect">
            <a:avLst/>
          </a:prstGeom>
        </p:spPr>
        <p:txBody>
          <a:bodyPr vert="horz" lIns="91440" tIns="45720" rIns="91440" bIns="45720" rtlCol="0" anchor="ctr"/>
          <a:lstStyle>
            <a:lvl1pPr algn="r" rtl="0">
              <a:defRPr sz="800" b="0" i="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35085557"/>
      </p:ext>
    </p:extLst>
  </p:cSld>
  <p:clrMap bg1="lt1" tx1="dk1" bg2="lt2" tx2="dk2" accent1="accent1" accent2="accent2" accent3="accent3" accent4="accent4" accent5="accent5" accent6="accent6" hlink="hlink" folHlink="folHlink"/>
  <p:sldLayoutIdLst>
    <p:sldLayoutId id="2147483898" r:id="rId1"/>
    <p:sldLayoutId id="2147483894" r:id="rId2"/>
    <p:sldLayoutId id="2147483899" r:id="rId3"/>
    <p:sldLayoutId id="2147483947" r:id="rId4"/>
    <p:sldLayoutId id="2147483948" r:id="rId5"/>
    <p:sldLayoutId id="2147483949" r:id="rId6"/>
    <p:sldLayoutId id="2147483893" r:id="rId7"/>
    <p:sldLayoutId id="2147483895" r:id="rId8"/>
    <p:sldLayoutId id="2147483896" r:id="rId9"/>
    <p:sldLayoutId id="2147483901" r:id="rId10"/>
    <p:sldLayoutId id="2147483951" r:id="rId11"/>
    <p:sldLayoutId id="2147483954" r:id="rId12"/>
    <p:sldLayoutId id="2147483956" r:id="rId13"/>
    <p:sldLayoutId id="2147483983" r:id="rId14"/>
    <p:sldLayoutId id="2147483958" r:id="rId15"/>
    <p:sldLayoutId id="2147483904" r:id="rId16"/>
    <p:sldLayoutId id="2147483905" r:id="rId17"/>
    <p:sldLayoutId id="2147483982"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3" r:id="rId35"/>
    <p:sldLayoutId id="2147483924" r:id="rId36"/>
    <p:sldLayoutId id="2147483925" r:id="rId37"/>
    <p:sldLayoutId id="2147483926" r:id="rId38"/>
    <p:sldLayoutId id="2147483985" r:id="rId39"/>
    <p:sldLayoutId id="2147483928" r:id="rId40"/>
    <p:sldLayoutId id="2147483961" r:id="rId41"/>
    <p:sldLayoutId id="2147483927" r:id="rId42"/>
    <p:sldLayoutId id="2147483964" r:id="rId43"/>
    <p:sldLayoutId id="2147483931" r:id="rId44"/>
    <p:sldLayoutId id="2147483932" r:id="rId45"/>
    <p:sldLayoutId id="2147483984" r:id="rId46"/>
    <p:sldLayoutId id="2147483965" r:id="rId47"/>
    <p:sldLayoutId id="2147483936" r:id="rId48"/>
    <p:sldLayoutId id="2147483966" r:id="rId49"/>
    <p:sldLayoutId id="2147483967" r:id="rId50"/>
    <p:sldLayoutId id="2147483969" r:id="rId51"/>
    <p:sldLayoutId id="2147483970" r:id="rId52"/>
    <p:sldLayoutId id="2147483971" r:id="rId53"/>
    <p:sldLayoutId id="2147483939" r:id="rId54"/>
    <p:sldLayoutId id="2147483940" r:id="rId55"/>
    <p:sldLayoutId id="2147483941" r:id="rId56"/>
    <p:sldLayoutId id="2147483942" r:id="rId57"/>
    <p:sldLayoutId id="2147483943" r:id="rId58"/>
    <p:sldLayoutId id="2147483944" r:id="rId59"/>
    <p:sldLayoutId id="2147483945" r:id="rId60"/>
    <p:sldLayoutId id="2147483946" r:id="rId61"/>
    <p:sldLayoutId id="2147483978" r:id="rId62"/>
  </p:sldLayoutIdLst>
  <p:hf sldNum="0" hdr="0" ftr="0" dt="0"/>
  <p:txStyles>
    <p:titleStyle>
      <a:lvl1pPr algn="l" defTabSz="914400" rtl="0" eaLnBrk="1" latinLnBrk="0" hangingPunct="1">
        <a:lnSpc>
          <a:spcPct val="80000"/>
        </a:lnSpc>
        <a:spcBef>
          <a:spcPct val="0"/>
        </a:spcBef>
        <a:buNone/>
        <a:defRPr sz="2800" b="0" kern="1200" spc="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6" pos="336" userDrawn="1">
          <p15:clr>
            <a:srgbClr val="F26B43"/>
          </p15:clr>
        </p15:guide>
        <p15:guide id="27" pos="96" userDrawn="1">
          <p15:clr>
            <a:srgbClr val="F26B43"/>
          </p15:clr>
        </p15:guide>
        <p15:guide id="28" pos="7584" userDrawn="1">
          <p15:clr>
            <a:srgbClr val="F26B43"/>
          </p15:clr>
        </p15:guide>
        <p15:guide id="29" orient="horz" pos="96" userDrawn="1">
          <p15:clr>
            <a:srgbClr val="F26B43"/>
          </p15:clr>
        </p15:guide>
        <p15:guide id="30" orient="horz" pos="4224" userDrawn="1">
          <p15:clr>
            <a:srgbClr val="F26B43"/>
          </p15:clr>
        </p15:guide>
        <p15:guide id="31" orient="horz" pos="336" userDrawn="1">
          <p15:clr>
            <a:srgbClr val="F26B43"/>
          </p15:clr>
        </p15:guide>
        <p15:guide id="32" orient="horz" pos="3984" userDrawn="1">
          <p15:clr>
            <a:srgbClr val="F26B43"/>
          </p15:clr>
        </p15:guide>
        <p15:guide id="33" pos="73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55.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9.xml"/><Relationship Id="rId5" Type="http://schemas.openxmlformats.org/officeDocument/2006/relationships/image" Target="../media/image18.e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6F9DF-ECA6-726E-829D-29F17FE65F58}"/>
              </a:ext>
            </a:extLst>
          </p:cNvPr>
          <p:cNvSpPr>
            <a:spLocks noGrp="1"/>
          </p:cNvSpPr>
          <p:nvPr>
            <p:ph type="title"/>
          </p:nvPr>
        </p:nvSpPr>
        <p:spPr>
          <a:xfrm>
            <a:off x="7139940" y="304800"/>
            <a:ext cx="4648200" cy="1676400"/>
          </a:xfrm>
        </p:spPr>
        <p:txBody>
          <a:bodyPr anchor="t">
            <a:normAutofit fontScale="90000"/>
          </a:bodyPr>
          <a:lstStyle/>
          <a:p>
            <a:r>
              <a:rPr lang="en-US" sz="3200" b="1" dirty="0">
                <a:latin typeface="Algerian" panose="04020705040A02060702" pitchFamily="82" charset="0"/>
              </a:rPr>
              <a:t>			</a:t>
            </a:r>
            <a:r>
              <a:rPr lang="en-US" sz="1300" dirty="0">
                <a:latin typeface="Algerian" panose="04020705040A02060702" pitchFamily="82" charset="0"/>
              </a:rPr>
              <a:t>Dt. 12/12/2025</a:t>
            </a:r>
            <a:br>
              <a:rPr lang="en-US" sz="3200" b="1" dirty="0">
                <a:latin typeface="Algerian" panose="04020705040A02060702" pitchFamily="82" charset="0"/>
              </a:rPr>
            </a:br>
            <a:br>
              <a:rPr lang="en-US" sz="3200" b="1" dirty="0">
                <a:latin typeface="Algerian" panose="04020705040A02060702" pitchFamily="82" charset="0"/>
              </a:rPr>
            </a:br>
            <a:r>
              <a:rPr lang="en-US" sz="3200" b="1" dirty="0">
                <a:latin typeface="Algerian" panose="04020705040A02060702" pitchFamily="82" charset="0"/>
              </a:rPr>
              <a:t>Scientific Calculator Using Python</a:t>
            </a:r>
          </a:p>
        </p:txBody>
      </p:sp>
      <p:pic>
        <p:nvPicPr>
          <p:cNvPr id="5" name="Picture 4" descr="Close-up of a calculator keypad">
            <a:extLst>
              <a:ext uri="{FF2B5EF4-FFF2-40B4-BE49-F238E27FC236}">
                <a16:creationId xmlns:a16="http://schemas.microsoft.com/office/drawing/2014/main" id="{F1A4CF51-A20B-6AA8-D836-A789A091E715}"/>
              </a:ext>
            </a:extLst>
          </p:cNvPr>
          <p:cNvPicPr>
            <a:picLocks noChangeAspect="1"/>
          </p:cNvPicPr>
          <p:nvPr/>
        </p:nvPicPr>
        <p:blipFill>
          <a:blip r:embed="rId3"/>
          <a:srcRect t="10437" b="32597"/>
          <a:stretch>
            <a:fillRect/>
          </a:stretch>
        </p:blipFill>
        <p:spPr>
          <a:xfrm>
            <a:off x="0" y="112560"/>
            <a:ext cx="6705601" cy="6632880"/>
          </a:xfrm>
          <a:prstGeom prst="rect">
            <a:avLst/>
          </a:prstGeom>
          <a:noFill/>
        </p:spPr>
      </p:pic>
      <p:sp>
        <p:nvSpPr>
          <p:cNvPr id="3" name="Subtitle 2">
            <a:extLst>
              <a:ext uri="{FF2B5EF4-FFF2-40B4-BE49-F238E27FC236}">
                <a16:creationId xmlns:a16="http://schemas.microsoft.com/office/drawing/2014/main" id="{DF511009-F39C-0075-DCE9-3C7F063B026C}"/>
              </a:ext>
            </a:extLst>
          </p:cNvPr>
          <p:cNvSpPr>
            <a:spLocks noGrp="1"/>
          </p:cNvSpPr>
          <p:nvPr>
            <p:ph sz="quarter" idx="14"/>
          </p:nvPr>
        </p:nvSpPr>
        <p:spPr>
          <a:xfrm>
            <a:off x="7696200" y="4000122"/>
            <a:ext cx="4114800" cy="1159933"/>
          </a:xfrm>
        </p:spPr>
        <p:txBody>
          <a:bodyPr bIns="0">
            <a:normAutofit/>
          </a:bodyPr>
          <a:lstStyle/>
          <a:p>
            <a:pPr algn="r">
              <a:spcBef>
                <a:spcPts val="2500"/>
              </a:spcBef>
            </a:pPr>
            <a:r>
              <a:rPr lang="en-US" dirty="0"/>
              <a:t>	</a:t>
            </a:r>
            <a:r>
              <a:rPr lang="en-IN" sz="2000" dirty="0" err="1"/>
              <a:t>NextHikes</a:t>
            </a:r>
            <a:r>
              <a:rPr lang="en-IN" sz="2000" dirty="0"/>
              <a:t> IT Solutions</a:t>
            </a:r>
          </a:p>
          <a:p>
            <a:pPr algn="r">
              <a:spcBef>
                <a:spcPts val="2500"/>
              </a:spcBef>
            </a:pPr>
            <a:r>
              <a:rPr lang="en-IN" sz="2000" dirty="0"/>
              <a:t>Sarita Sahoo</a:t>
            </a:r>
          </a:p>
          <a:p>
            <a:endParaRPr lang="en-US" dirty="0"/>
          </a:p>
        </p:txBody>
      </p:sp>
    </p:spTree>
    <p:extLst>
      <p:ext uri="{BB962C8B-B14F-4D97-AF65-F5344CB8AC3E}">
        <p14:creationId xmlns:p14="http://schemas.microsoft.com/office/powerpoint/2010/main" val="188484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0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par>
                                <p:cTn id="14" presetID="10" presetClass="entr" presetSubtype="0" fill="hold" grpId="1" nodeType="withEffect">
                                  <p:stCondLst>
                                    <p:cond delay="250"/>
                                  </p:stCondLst>
                                  <p:iterate>
                                    <p:tmPct val="10000"/>
                                  </p:iterate>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B1661-C9C0-96A1-4F2D-D17AB61E10A4}"/>
              </a:ext>
            </a:extLst>
          </p:cNvPr>
          <p:cNvSpPr>
            <a:spLocks noGrp="1"/>
          </p:cNvSpPr>
          <p:nvPr>
            <p:ph type="title"/>
          </p:nvPr>
        </p:nvSpPr>
        <p:spPr>
          <a:xfrm>
            <a:off x="7094552" y="533399"/>
            <a:ext cx="4564047" cy="1295065"/>
          </a:xfrm>
        </p:spPr>
        <p:txBody>
          <a:bodyPr anchor="b">
            <a:normAutofit/>
          </a:bodyPr>
          <a:lstStyle/>
          <a:p>
            <a:r>
              <a:rPr lang="en-US" dirty="0"/>
              <a:t>Overview</a:t>
            </a:r>
          </a:p>
        </p:txBody>
      </p:sp>
      <p:pic>
        <p:nvPicPr>
          <p:cNvPr id="5" name="Picture 4" descr="Calculator on a notebook">
            <a:extLst>
              <a:ext uri="{FF2B5EF4-FFF2-40B4-BE49-F238E27FC236}">
                <a16:creationId xmlns:a16="http://schemas.microsoft.com/office/drawing/2014/main" id="{6950CCE2-168D-DC5B-AACD-3B6320119F8F}"/>
              </a:ext>
            </a:extLst>
          </p:cNvPr>
          <p:cNvPicPr>
            <a:picLocks noChangeAspect="1"/>
          </p:cNvPicPr>
          <p:nvPr/>
        </p:nvPicPr>
        <p:blipFill>
          <a:blip r:embed="rId3"/>
          <a:srcRect l="19585" r="13635"/>
          <a:stretch>
            <a:fillRect/>
          </a:stretch>
        </p:blipFill>
        <p:spPr>
          <a:xfrm>
            <a:off x="152400" y="167600"/>
            <a:ext cx="6544414" cy="6541480"/>
          </a:xfrm>
          <a:custGeom>
            <a:avLst/>
            <a:gdLst>
              <a:gd name="connsiteX0" fmla="*/ 3272207 w 6544414"/>
              <a:gd name="connsiteY0" fmla="*/ 0 h 6541480"/>
              <a:gd name="connsiteX1" fmla="*/ 6544414 w 6544414"/>
              <a:gd name="connsiteY1" fmla="*/ 3272207 h 6541480"/>
              <a:gd name="connsiteX2" fmla="*/ 3440594 w 6544414"/>
              <a:gd name="connsiteY2" fmla="*/ 6540157 h 6541480"/>
              <a:gd name="connsiteX3" fmla="*/ 3388243 w 6544414"/>
              <a:gd name="connsiteY3" fmla="*/ 6541480 h 6541480"/>
              <a:gd name="connsiteX4" fmla="*/ 3156171 w 6544414"/>
              <a:gd name="connsiteY4" fmla="*/ 6541480 h 6541480"/>
              <a:gd name="connsiteX5" fmla="*/ 3103820 w 6544414"/>
              <a:gd name="connsiteY5" fmla="*/ 6540157 h 6541480"/>
              <a:gd name="connsiteX6" fmla="*/ 0 w 6544414"/>
              <a:gd name="connsiteY6" fmla="*/ 3272207 h 6541480"/>
              <a:gd name="connsiteX7" fmla="*/ 3272207 w 6544414"/>
              <a:gd name="connsiteY7" fmla="*/ 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4414" h="6541480">
                <a:moveTo>
                  <a:pt x="3272207" y="0"/>
                </a:moveTo>
                <a:cubicBezTo>
                  <a:pt x="5079397" y="0"/>
                  <a:pt x="6544414" y="1465017"/>
                  <a:pt x="6544414" y="3272207"/>
                </a:cubicBezTo>
                <a:cubicBezTo>
                  <a:pt x="6544414" y="5022923"/>
                  <a:pt x="5169530" y="6452517"/>
                  <a:pt x="3440594" y="6540157"/>
                </a:cubicBezTo>
                <a:lnTo>
                  <a:pt x="3388243" y="6541480"/>
                </a:lnTo>
                <a:lnTo>
                  <a:pt x="3156171" y="6541480"/>
                </a:lnTo>
                <a:lnTo>
                  <a:pt x="3103820" y="6540157"/>
                </a:lnTo>
                <a:cubicBezTo>
                  <a:pt x="1374884" y="6452517"/>
                  <a:pt x="0" y="5022923"/>
                  <a:pt x="0" y="3272207"/>
                </a:cubicBezTo>
                <a:cubicBezTo>
                  <a:pt x="0" y="1465017"/>
                  <a:pt x="1465017" y="0"/>
                  <a:pt x="3272207" y="0"/>
                </a:cubicBezTo>
                <a:close/>
              </a:path>
            </a:pathLst>
          </a:custGeom>
          <a:noFill/>
        </p:spPr>
      </p:pic>
      <p:sp>
        <p:nvSpPr>
          <p:cNvPr id="3" name="Content Placeholder 2">
            <a:extLst>
              <a:ext uri="{FF2B5EF4-FFF2-40B4-BE49-F238E27FC236}">
                <a16:creationId xmlns:a16="http://schemas.microsoft.com/office/drawing/2014/main" id="{3CFDEB06-D5FE-F921-8A31-9A82EB092D8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94552" y="1975104"/>
            <a:ext cx="4574383" cy="4368851"/>
          </a:xfrm>
        </p:spPr>
        <p:txBody>
          <a:bodyPr>
            <a:normAutofit/>
          </a:bodyPr>
          <a:lstStyle/>
          <a:p>
            <a:pPr marL="0" indent="0">
              <a:lnSpc>
                <a:spcPct val="110000"/>
              </a:lnSpc>
              <a:spcBef>
                <a:spcPts val="2500"/>
              </a:spcBef>
              <a:buFont typeface="Arial" panose="020B0604020202020204" pitchFamily="34" charset="0"/>
              <a:buNone/>
            </a:pPr>
            <a:r>
              <a:rPr lang="en-US" sz="1300" b="1" dirty="0"/>
              <a:t>Project Introduction</a:t>
            </a:r>
          </a:p>
          <a:p>
            <a:pPr marL="0" lvl="1" indent="0">
              <a:lnSpc>
                <a:spcPct val="110000"/>
              </a:lnSpc>
              <a:buFont typeface="Arial" panose="020B0604020202020204" pitchFamily="34" charset="0"/>
              <a:buNone/>
            </a:pPr>
            <a:r>
              <a:rPr lang="en-US" sz="1300" dirty="0"/>
              <a:t>Introducing the scientific calculator project built using Python, highlighting team members and objectives.</a:t>
            </a:r>
          </a:p>
          <a:p>
            <a:pPr marL="0" indent="0">
              <a:lnSpc>
                <a:spcPct val="110000"/>
              </a:lnSpc>
              <a:spcBef>
                <a:spcPts val="2500"/>
              </a:spcBef>
              <a:buFont typeface="Arial" panose="020B0604020202020204" pitchFamily="34" charset="0"/>
              <a:buNone/>
            </a:pPr>
            <a:r>
              <a:rPr lang="en-US" sz="1300" b="1" dirty="0"/>
              <a:t>Significance of Scientific Calculators</a:t>
            </a:r>
          </a:p>
          <a:p>
            <a:pPr marL="0" lvl="1" indent="0">
              <a:lnSpc>
                <a:spcPct val="110000"/>
              </a:lnSpc>
              <a:buFont typeface="Arial" panose="020B0604020202020204" pitchFamily="34" charset="0"/>
              <a:buNone/>
            </a:pPr>
            <a:r>
              <a:rPr lang="en-US" sz="1300" dirty="0"/>
              <a:t>Scientific calculators solve complex mathematical problems essential in education, engineering, and research.</a:t>
            </a:r>
          </a:p>
          <a:p>
            <a:pPr marL="0" indent="0">
              <a:lnSpc>
                <a:spcPct val="110000"/>
              </a:lnSpc>
              <a:spcBef>
                <a:spcPts val="2500"/>
              </a:spcBef>
              <a:buFont typeface="Arial" panose="020B0604020202020204" pitchFamily="34" charset="0"/>
              <a:buNone/>
            </a:pPr>
            <a:r>
              <a:rPr lang="en-US" sz="1300" b="1" dirty="0"/>
              <a:t>Why Python?</a:t>
            </a:r>
          </a:p>
          <a:p>
            <a:pPr marL="0" lvl="1" indent="0">
              <a:lnSpc>
                <a:spcPct val="110000"/>
              </a:lnSpc>
              <a:buFont typeface="Arial" panose="020B0604020202020204" pitchFamily="34" charset="0"/>
              <a:buNone/>
            </a:pPr>
            <a:r>
              <a:rPr lang="en-US" sz="1300" dirty="0"/>
              <a:t>Python's simplicity, versatility, and powerful libraries make it ideal for developing advanced mathematical tools.</a:t>
            </a:r>
          </a:p>
          <a:p>
            <a:pPr marL="0" indent="0">
              <a:lnSpc>
                <a:spcPct val="110000"/>
              </a:lnSpc>
              <a:spcBef>
                <a:spcPts val="2500"/>
              </a:spcBef>
              <a:buFont typeface="Arial" panose="020B0604020202020204" pitchFamily="34" charset="0"/>
              <a:buNone/>
            </a:pPr>
            <a:r>
              <a:rPr lang="en-US" sz="1300" b="1" dirty="0"/>
              <a:t>Practical Applications</a:t>
            </a:r>
          </a:p>
          <a:p>
            <a:pPr marL="0" lvl="1" indent="0">
              <a:lnSpc>
                <a:spcPct val="110000"/>
              </a:lnSpc>
              <a:buFont typeface="Arial" panose="020B0604020202020204" pitchFamily="34" charset="0"/>
              <a:buNone/>
            </a:pPr>
            <a:r>
              <a:rPr lang="en-US" sz="1300" dirty="0"/>
              <a:t>Customizable calculators built in Python efficiently handle trigonometric, logarithmic, and exponential functions.</a:t>
            </a:r>
          </a:p>
        </p:txBody>
      </p:sp>
    </p:spTree>
    <p:extLst>
      <p:ext uri="{BB962C8B-B14F-4D97-AF65-F5344CB8AC3E}">
        <p14:creationId xmlns:p14="http://schemas.microsoft.com/office/powerpoint/2010/main" val="22565837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8E06B-6E78-B6B7-2678-393C2E6D008B}"/>
              </a:ext>
            </a:extLst>
          </p:cNvPr>
          <p:cNvSpPr>
            <a:spLocks noGrp="1"/>
          </p:cNvSpPr>
          <p:nvPr>
            <p:ph type="title"/>
          </p:nvPr>
        </p:nvSpPr>
        <p:spPr>
          <a:xfrm>
            <a:off x="533400" y="533400"/>
            <a:ext cx="11125200" cy="1010304"/>
          </a:xfrm>
        </p:spPr>
        <p:txBody>
          <a:bodyPr anchor="t">
            <a:normAutofit/>
          </a:bodyPr>
          <a:lstStyle/>
          <a:p>
            <a:r>
              <a:rPr lang="en-US"/>
              <a:t>Introduction to Scientific Calculator in Python</a:t>
            </a:r>
          </a:p>
        </p:txBody>
      </p:sp>
      <p:pic>
        <p:nvPicPr>
          <p:cNvPr id="5" name="Picture 4" descr="Buildings underwater">
            <a:extLst>
              <a:ext uri="{FF2B5EF4-FFF2-40B4-BE49-F238E27FC236}">
                <a16:creationId xmlns:a16="http://schemas.microsoft.com/office/drawing/2014/main" id="{8B37355E-7BB9-4514-1674-10B3EC155663}"/>
              </a:ext>
            </a:extLst>
          </p:cNvPr>
          <p:cNvPicPr>
            <a:picLocks noChangeAspect="1"/>
          </p:cNvPicPr>
          <p:nvPr/>
        </p:nvPicPr>
        <p:blipFill>
          <a:blip r:embed="rId3"/>
          <a:srcRect t="11619" r="2" b="11576"/>
          <a:stretch>
            <a:fillRect/>
          </a:stretch>
        </p:blipFill>
        <p:spPr>
          <a:xfrm>
            <a:off x="533400" y="1371600"/>
            <a:ext cx="5151120" cy="4972354"/>
          </a:xfrm>
          <a:prstGeom prst="rect">
            <a:avLst/>
          </a:prstGeom>
          <a:noFill/>
        </p:spPr>
      </p:pic>
      <p:sp>
        <p:nvSpPr>
          <p:cNvPr id="3" name="Content Placeholder 2">
            <a:extLst>
              <a:ext uri="{FF2B5EF4-FFF2-40B4-BE49-F238E27FC236}">
                <a16:creationId xmlns:a16="http://schemas.microsoft.com/office/drawing/2014/main" id="{62F7C5BB-B1BA-9384-7AAB-CE0C44073557}"/>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07480" y="1371601"/>
            <a:ext cx="5151120" cy="4972354"/>
          </a:xfrm>
        </p:spPr>
        <p:txBody>
          <a:bodyPr>
            <a:normAutofit/>
          </a:bodyPr>
          <a:lstStyle/>
          <a:p>
            <a:pPr marL="0" indent="0">
              <a:lnSpc>
                <a:spcPct val="110000"/>
              </a:lnSpc>
              <a:spcBef>
                <a:spcPts val="2500"/>
              </a:spcBef>
              <a:buFont typeface="Arial" panose="020B0604020202020204" pitchFamily="34" charset="0"/>
              <a:buNone/>
            </a:pPr>
            <a:r>
              <a:rPr lang="en-IN" sz="1300" b="1" dirty="0"/>
              <a:t>Advanced Mathematical Functions</a:t>
            </a:r>
          </a:p>
          <a:p>
            <a:pPr marL="0" lvl="1" indent="0">
              <a:lnSpc>
                <a:spcPct val="110000"/>
              </a:lnSpc>
              <a:buFont typeface="Arial" panose="020B0604020202020204" pitchFamily="34" charset="0"/>
              <a:buNone/>
            </a:pPr>
            <a:r>
              <a:rPr lang="en-IN" sz="1300" dirty="0"/>
              <a:t>Scientific calculators perform trigonometric, logarithmic, and exponential functions essential for complex calculations.</a:t>
            </a:r>
          </a:p>
          <a:p>
            <a:pPr marL="0" indent="0">
              <a:lnSpc>
                <a:spcPct val="110000"/>
              </a:lnSpc>
              <a:spcBef>
                <a:spcPts val="2500"/>
              </a:spcBef>
              <a:buFont typeface="Arial" panose="020B0604020202020204" pitchFamily="34" charset="0"/>
              <a:buNone/>
            </a:pPr>
            <a:r>
              <a:rPr lang="en-IN" sz="1300" b="1" dirty="0"/>
              <a:t>Python's Math Module</a:t>
            </a:r>
          </a:p>
          <a:p>
            <a:pPr marL="0" lvl="1" indent="0">
              <a:lnSpc>
                <a:spcPct val="110000"/>
              </a:lnSpc>
              <a:buFont typeface="Arial" panose="020B0604020202020204" pitchFamily="34" charset="0"/>
              <a:buNone/>
            </a:pPr>
            <a:r>
              <a:rPr lang="en-IN" sz="1300" dirty="0"/>
              <a:t>Python's math module provides extensive functions enabling complex mathematical operations in calculators.</a:t>
            </a:r>
          </a:p>
          <a:p>
            <a:pPr marL="0" indent="0">
              <a:lnSpc>
                <a:spcPct val="110000"/>
              </a:lnSpc>
              <a:spcBef>
                <a:spcPts val="2500"/>
              </a:spcBef>
              <a:buFont typeface="Arial" panose="020B0604020202020204" pitchFamily="34" charset="0"/>
              <a:buNone/>
            </a:pPr>
            <a:r>
              <a:rPr lang="en-IN" sz="1300" b="1" dirty="0"/>
              <a:t>Graphical User Interface</a:t>
            </a:r>
          </a:p>
          <a:p>
            <a:pPr marL="0" lvl="1" indent="0">
              <a:lnSpc>
                <a:spcPct val="110000"/>
              </a:lnSpc>
              <a:buFont typeface="Arial" panose="020B0604020202020204" pitchFamily="34" charset="0"/>
              <a:buNone/>
            </a:pPr>
            <a:r>
              <a:rPr lang="en-IN" sz="1300" dirty="0" err="1"/>
              <a:t>Tkinter</a:t>
            </a:r>
            <a:r>
              <a:rPr lang="en-IN" sz="1300" dirty="0"/>
              <a:t> allows creation of user-friendly graphical interfaces for better interaction with the calculator.</a:t>
            </a:r>
          </a:p>
          <a:p>
            <a:pPr marL="0" indent="0">
              <a:lnSpc>
                <a:spcPct val="110000"/>
              </a:lnSpc>
              <a:spcBef>
                <a:spcPts val="2500"/>
              </a:spcBef>
              <a:buFont typeface="Arial" panose="020B0604020202020204" pitchFamily="34" charset="0"/>
              <a:buNone/>
            </a:pPr>
            <a:r>
              <a:rPr lang="en-IN" sz="1300" b="1" dirty="0"/>
              <a:t>Advantages over Hardware</a:t>
            </a:r>
          </a:p>
          <a:p>
            <a:pPr marL="0" lvl="1" indent="0">
              <a:lnSpc>
                <a:spcPct val="110000"/>
              </a:lnSpc>
              <a:buFont typeface="Arial" panose="020B0604020202020204" pitchFamily="34" charset="0"/>
              <a:buNone/>
            </a:pPr>
            <a:r>
              <a:rPr lang="en-IN" sz="1300" dirty="0"/>
              <a:t>Python calculators offer flexibility, scalability, and features like memory storage and error handling.</a:t>
            </a:r>
          </a:p>
        </p:txBody>
      </p:sp>
    </p:spTree>
    <p:extLst>
      <p:ext uri="{BB962C8B-B14F-4D97-AF65-F5344CB8AC3E}">
        <p14:creationId xmlns:p14="http://schemas.microsoft.com/office/powerpoint/2010/main" val="23605788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1BC1-3583-BE88-72C3-A93F0761F15E}"/>
              </a:ext>
            </a:extLst>
          </p:cNvPr>
          <p:cNvSpPr>
            <a:spLocks noGrp="1"/>
          </p:cNvSpPr>
          <p:nvPr>
            <p:ph type="title"/>
          </p:nvPr>
        </p:nvSpPr>
        <p:spPr>
          <a:xfrm>
            <a:off x="5562600" y="533400"/>
            <a:ext cx="6096000" cy="953622"/>
          </a:xfrm>
        </p:spPr>
        <p:txBody>
          <a:bodyPr anchor="t">
            <a:normAutofit/>
          </a:bodyPr>
          <a:lstStyle/>
          <a:p>
            <a:r>
              <a:rPr lang="en-US" dirty="0"/>
              <a:t>Libraries Used</a:t>
            </a:r>
          </a:p>
        </p:txBody>
      </p:sp>
      <p:graphicFrame>
        <p:nvGraphicFramePr>
          <p:cNvPr id="7" name="Content Placeholder 2">
            <a:extLst>
              <a:ext uri="{FF2B5EF4-FFF2-40B4-BE49-F238E27FC236}">
                <a16:creationId xmlns:a16="http://schemas.microsoft.com/office/drawing/2014/main" id="{6E111AE5-2FC5-6704-BA56-F59BB61E63F5}"/>
              </a:ext>
            </a:extLst>
          </p:cNvPr>
          <p:cNvGraphicFramePr>
            <a:graphicFrameLocks noGrp="1"/>
          </p:cNvGraphicFramePr>
          <p:nvPr>
            <p:ph idx="1"/>
            <p:extLst>
              <p:ext uri="{D42A27DB-BD31-4B8C-83A1-F6EECF244321}">
                <p14:modId xmlns:p14="http://schemas.microsoft.com/office/powerpoint/2010/main" val="1486103972"/>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562600" y="1669902"/>
          <a:ext cx="6096000" cy="41212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screenshot of a library&#10;&#10;AI-generated content may be incorrect.">
            <a:extLst>
              <a:ext uri="{FF2B5EF4-FFF2-40B4-BE49-F238E27FC236}">
                <a16:creationId xmlns:a16="http://schemas.microsoft.com/office/drawing/2014/main" id="{F0F4C6D4-9FA0-D50D-F579-90B43E6B858A}"/>
              </a:ext>
            </a:extLst>
          </p:cNvPr>
          <p:cNvPicPr>
            <a:picLocks noChangeAspect="1"/>
          </p:cNvPicPr>
          <p:nvPr/>
        </p:nvPicPr>
        <p:blipFill>
          <a:blip r:embed="rId8"/>
          <a:stretch>
            <a:fillRect/>
          </a:stretch>
        </p:blipFill>
        <p:spPr>
          <a:xfrm>
            <a:off x="152400" y="1371600"/>
            <a:ext cx="5105400" cy="3428999"/>
          </a:xfrm>
          <a:prstGeom prst="rect">
            <a:avLst/>
          </a:prstGeom>
        </p:spPr>
      </p:pic>
      <p:pic>
        <p:nvPicPr>
          <p:cNvPr id="6" name="Picture 5" descr="A black screen with white text&#10;&#10;AI-generated content may be incorrect.">
            <a:extLst>
              <a:ext uri="{FF2B5EF4-FFF2-40B4-BE49-F238E27FC236}">
                <a16:creationId xmlns:a16="http://schemas.microsoft.com/office/drawing/2014/main" id="{DF67B051-F000-1436-0BD1-1C17D778E40B}"/>
              </a:ext>
            </a:extLst>
          </p:cNvPr>
          <p:cNvPicPr>
            <a:picLocks noChangeAspect="1"/>
          </p:cNvPicPr>
          <p:nvPr/>
        </p:nvPicPr>
        <p:blipFill>
          <a:blip r:embed="rId9"/>
          <a:stretch>
            <a:fillRect/>
          </a:stretch>
        </p:blipFill>
        <p:spPr>
          <a:xfrm>
            <a:off x="6400800" y="4343400"/>
            <a:ext cx="4038600" cy="1739935"/>
          </a:xfrm>
          <a:prstGeom prst="rect">
            <a:avLst/>
          </a:prstGeom>
        </p:spPr>
      </p:pic>
    </p:spTree>
    <p:extLst>
      <p:ext uri="{BB962C8B-B14F-4D97-AF65-F5344CB8AC3E}">
        <p14:creationId xmlns:p14="http://schemas.microsoft.com/office/powerpoint/2010/main" val="382967401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65D93-5454-AAC4-87DA-18EC4F2628F4}"/>
              </a:ext>
            </a:extLst>
          </p:cNvPr>
          <p:cNvSpPr>
            <a:spLocks noGrp="1"/>
          </p:cNvSpPr>
          <p:nvPr>
            <p:ph type="title"/>
          </p:nvPr>
        </p:nvSpPr>
        <p:spPr>
          <a:xfrm>
            <a:off x="533400" y="533399"/>
            <a:ext cx="4038473" cy="914401"/>
          </a:xfrm>
        </p:spPr>
        <p:txBody>
          <a:bodyPr anchor="b">
            <a:normAutofit/>
          </a:bodyPr>
          <a:lstStyle/>
          <a:p>
            <a:r>
              <a:rPr lang="en-IN" dirty="0"/>
              <a:t>Outcome:</a:t>
            </a:r>
          </a:p>
        </p:txBody>
      </p:sp>
      <p:sp>
        <p:nvSpPr>
          <p:cNvPr id="4" name="Content Placeholder 3">
            <a:extLst>
              <a:ext uri="{FF2B5EF4-FFF2-40B4-BE49-F238E27FC236}">
                <a16:creationId xmlns:a16="http://schemas.microsoft.com/office/drawing/2014/main" id="{5B334E39-9345-5B1B-D31A-81C28A42249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1676401"/>
            <a:ext cx="4343400" cy="3905480"/>
          </a:xfrm>
        </p:spPr>
        <p:txBody>
          <a:bodyPr>
            <a:normAutofit/>
          </a:bodyPr>
          <a:lstStyle/>
          <a:p>
            <a:pPr marL="0" indent="0">
              <a:lnSpc>
                <a:spcPct val="110000"/>
              </a:lnSpc>
              <a:spcBef>
                <a:spcPts val="2500"/>
              </a:spcBef>
              <a:buFont typeface="Arial" panose="020B0604020202020204" pitchFamily="34" charset="0"/>
              <a:buNone/>
            </a:pPr>
            <a:r>
              <a:rPr lang="en-US" sz="1100" dirty="0"/>
              <a:t>Beyond basic arithmetic, incorporated advanced mathematical functions to implement a scientific calculator as specified below:</a:t>
            </a:r>
          </a:p>
          <a:p>
            <a:pPr marL="0" indent="0">
              <a:lnSpc>
                <a:spcPct val="110000"/>
              </a:lnSpc>
              <a:spcBef>
                <a:spcPts val="2500"/>
              </a:spcBef>
              <a:buFont typeface="Arial" panose="020B0604020202020204" pitchFamily="34" charset="0"/>
              <a:buNone/>
            </a:pPr>
            <a:r>
              <a:rPr lang="en-US" sz="1100" b="1" dirty="0"/>
              <a:t>Trigonometry</a:t>
            </a:r>
            <a:r>
              <a:rPr lang="en-US" sz="1100" dirty="0"/>
              <a:t> : Sine (Sin)	Cosine (Cos)	     Tangent (Tan)</a:t>
            </a:r>
          </a:p>
          <a:p>
            <a:pPr marL="0" indent="0">
              <a:lnSpc>
                <a:spcPct val="110000"/>
              </a:lnSpc>
              <a:spcBef>
                <a:spcPts val="2500"/>
              </a:spcBef>
              <a:buFont typeface="Arial" panose="020B0604020202020204" pitchFamily="34" charset="0"/>
              <a:buNone/>
            </a:pPr>
            <a:r>
              <a:rPr lang="en-US" sz="1100" b="1" dirty="0"/>
              <a:t>Logarithms:</a:t>
            </a:r>
            <a:r>
              <a:rPr lang="en-US" sz="1100" dirty="0"/>
              <a:t>  Ln (Natural Log)       Log base 10</a:t>
            </a:r>
          </a:p>
          <a:p>
            <a:pPr marL="0" indent="0">
              <a:lnSpc>
                <a:spcPct val="110000"/>
              </a:lnSpc>
              <a:spcBef>
                <a:spcPts val="2500"/>
              </a:spcBef>
              <a:buFont typeface="Arial" panose="020B0604020202020204" pitchFamily="34" charset="0"/>
              <a:buNone/>
            </a:pPr>
            <a:r>
              <a:rPr lang="en-US" sz="1100" b="1" dirty="0"/>
              <a:t>Exponential:   </a:t>
            </a:r>
            <a:r>
              <a:rPr lang="en-US" sz="1100" dirty="0"/>
              <a:t> </a:t>
            </a:r>
            <a:r>
              <a:rPr lang="en-US" sz="1100" dirty="0" err="1"/>
              <a:t>e^x</a:t>
            </a:r>
            <a:r>
              <a:rPr lang="en-US" sz="1100" dirty="0"/>
              <a:t>	</a:t>
            </a:r>
            <a:r>
              <a:rPr lang="en-US" sz="1100" dirty="0" err="1"/>
              <a:t>x^y</a:t>
            </a:r>
            <a:endParaRPr lang="en-US" sz="1100" dirty="0"/>
          </a:p>
          <a:p>
            <a:pPr marL="0" indent="0">
              <a:lnSpc>
                <a:spcPct val="110000"/>
              </a:lnSpc>
              <a:spcBef>
                <a:spcPts val="2500"/>
              </a:spcBef>
              <a:buFont typeface="Arial" panose="020B0604020202020204" pitchFamily="34" charset="0"/>
              <a:buNone/>
            </a:pPr>
            <a:endParaRPr lang="en-US" sz="1100" dirty="0"/>
          </a:p>
        </p:txBody>
      </p:sp>
      <p:pic>
        <p:nvPicPr>
          <p:cNvPr id="13" name="Picture 12" descr="A screenshot of a calculator&#10;&#10;AI-generated content may be incorrect.">
            <a:extLst>
              <a:ext uri="{FF2B5EF4-FFF2-40B4-BE49-F238E27FC236}">
                <a16:creationId xmlns:a16="http://schemas.microsoft.com/office/drawing/2014/main" id="{865181F9-9E57-FAF8-E7C6-B636BC4EE45B}"/>
              </a:ext>
            </a:extLst>
          </p:cNvPr>
          <p:cNvPicPr>
            <a:picLocks noChangeAspect="1"/>
          </p:cNvPicPr>
          <p:nvPr/>
        </p:nvPicPr>
        <p:blipFill>
          <a:blip r:embed="rId3"/>
          <a:stretch>
            <a:fillRect/>
          </a:stretch>
        </p:blipFill>
        <p:spPr>
          <a:xfrm>
            <a:off x="5562600" y="838200"/>
            <a:ext cx="6408497" cy="4572000"/>
          </a:xfrm>
          <a:prstGeom prst="rect">
            <a:avLst/>
          </a:prstGeom>
        </p:spPr>
      </p:pic>
      <p:graphicFrame>
        <p:nvGraphicFramePr>
          <p:cNvPr id="14" name="Object 13">
            <a:extLst>
              <a:ext uri="{FF2B5EF4-FFF2-40B4-BE49-F238E27FC236}">
                <a16:creationId xmlns:a16="http://schemas.microsoft.com/office/drawing/2014/main" id="{2D5C3B42-E363-7507-B4D9-20C8AF0ED04F}"/>
              </a:ext>
            </a:extLst>
          </p:cNvPr>
          <p:cNvGraphicFramePr>
            <a:graphicFrameLocks noChangeAspect="1"/>
          </p:cNvGraphicFramePr>
          <p:nvPr>
            <p:extLst>
              <p:ext uri="{D42A27DB-BD31-4B8C-83A1-F6EECF244321}">
                <p14:modId xmlns:p14="http://schemas.microsoft.com/office/powerpoint/2010/main" val="4181699135"/>
              </p:ext>
            </p:extLst>
          </p:nvPr>
        </p:nvGraphicFramePr>
        <p:xfrm>
          <a:off x="1371600" y="4654549"/>
          <a:ext cx="2133600" cy="755651"/>
        </p:xfrm>
        <a:graphic>
          <a:graphicData uri="http://schemas.openxmlformats.org/presentationml/2006/ole">
            <mc:AlternateContent xmlns:mc="http://schemas.openxmlformats.org/markup-compatibility/2006">
              <mc:Choice xmlns:v="urn:schemas-microsoft-com:vml" Requires="v">
                <p:oleObj name="Packager Shell Object" showAsIcon="1" r:id="rId4" imgW="1403291" imgH="526915" progId="Package">
                  <p:embed/>
                </p:oleObj>
              </mc:Choice>
              <mc:Fallback>
                <p:oleObj name="Packager Shell Object" showAsIcon="1" r:id="rId4" imgW="1403291" imgH="526915" progId="Package">
                  <p:embed/>
                  <p:pic>
                    <p:nvPicPr>
                      <p:cNvPr id="14" name="Object 13">
                        <a:extLst>
                          <a:ext uri="{FF2B5EF4-FFF2-40B4-BE49-F238E27FC236}">
                            <a16:creationId xmlns:a16="http://schemas.microsoft.com/office/drawing/2014/main" id="{2D5C3B42-E363-7507-B4D9-20C8AF0ED04F}"/>
                          </a:ext>
                        </a:extLst>
                      </p:cNvPr>
                      <p:cNvPicPr/>
                      <p:nvPr/>
                    </p:nvPicPr>
                    <p:blipFill>
                      <a:blip r:embed="rId5"/>
                      <a:stretch>
                        <a:fillRect/>
                      </a:stretch>
                    </p:blipFill>
                    <p:spPr>
                      <a:xfrm>
                        <a:off x="1371600" y="4654549"/>
                        <a:ext cx="2133600" cy="755651"/>
                      </a:xfrm>
                      <a:prstGeom prst="rect">
                        <a:avLst/>
                      </a:prstGeom>
                    </p:spPr>
                  </p:pic>
                </p:oleObj>
              </mc:Fallback>
            </mc:AlternateContent>
          </a:graphicData>
        </a:graphic>
      </p:graphicFrame>
    </p:spTree>
    <p:extLst>
      <p:ext uri="{BB962C8B-B14F-4D97-AF65-F5344CB8AC3E}">
        <p14:creationId xmlns:p14="http://schemas.microsoft.com/office/powerpoint/2010/main" val="54640191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284BA-E700-EB48-6940-C3DF746677C9}"/>
              </a:ext>
            </a:extLst>
          </p:cNvPr>
          <p:cNvSpPr>
            <a:spLocks noGrp="1"/>
          </p:cNvSpPr>
          <p:nvPr>
            <p:ph type="title"/>
          </p:nvPr>
        </p:nvSpPr>
        <p:spPr>
          <a:xfrm>
            <a:off x="533401" y="914400"/>
            <a:ext cx="6426738" cy="911919"/>
          </a:xfrm>
        </p:spPr>
        <p:txBody>
          <a:bodyPr anchor="b">
            <a:normAutofit/>
          </a:bodyPr>
          <a:lstStyle/>
          <a:p>
            <a:r>
              <a:rPr lang="en-US" dirty="0"/>
              <a:t>References </a:t>
            </a:r>
          </a:p>
        </p:txBody>
      </p:sp>
      <p:sp>
        <p:nvSpPr>
          <p:cNvPr id="3" name="Content Placeholder 2">
            <a:extLst>
              <a:ext uri="{FF2B5EF4-FFF2-40B4-BE49-F238E27FC236}">
                <a16:creationId xmlns:a16="http://schemas.microsoft.com/office/drawing/2014/main" id="{BBDE519E-8FD7-5DC8-2523-34DED7E99DA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529" y="1975105"/>
            <a:ext cx="6418659" cy="3007021"/>
          </a:xfrm>
        </p:spPr>
        <p:txBody>
          <a:bodyPr>
            <a:normAutofit/>
          </a:bodyPr>
          <a:lstStyle/>
          <a:p>
            <a:pPr marL="0" indent="0">
              <a:spcBef>
                <a:spcPts val="2500"/>
              </a:spcBef>
              <a:buNone/>
            </a:pPr>
            <a:r>
              <a:rPr lang="en-IN" b="1"/>
              <a:t>https://www.geeksforgeeks.org/python/python-simple-gui-calculator-using-tkinter/</a:t>
            </a:r>
          </a:p>
          <a:p>
            <a:pPr marL="0" indent="0">
              <a:spcBef>
                <a:spcPts val="2500"/>
              </a:spcBef>
              <a:buNone/>
            </a:pPr>
            <a:r>
              <a:rPr lang="en-IN" b="1"/>
              <a:t>https://docs.python.org/3/library/math.html</a:t>
            </a:r>
          </a:p>
          <a:p>
            <a:pPr marL="0" indent="0">
              <a:spcBef>
                <a:spcPts val="2500"/>
              </a:spcBef>
              <a:buNone/>
            </a:pPr>
            <a:r>
              <a:rPr lang="en-IN" b="1"/>
              <a:t>https://www.geeksforgeeks.org/python/python-gui-tkinter/</a:t>
            </a:r>
          </a:p>
          <a:p>
            <a:pPr marL="0" indent="0">
              <a:spcBef>
                <a:spcPts val="2500"/>
              </a:spcBef>
              <a:buNone/>
            </a:pPr>
            <a:r>
              <a:rPr lang="en-IN" b="1"/>
              <a:t>https://wiki.python.org/moin/NumPy</a:t>
            </a:r>
          </a:p>
          <a:p>
            <a:pPr marL="0" indent="0">
              <a:spcBef>
                <a:spcPts val="2500"/>
              </a:spcBef>
              <a:buNone/>
            </a:pPr>
            <a:endParaRPr lang="en-IN" b="1"/>
          </a:p>
        </p:txBody>
      </p:sp>
      <p:pic>
        <p:nvPicPr>
          <p:cNvPr id="5" name="Picture 4" descr="A book with a light bulb and stars&#10;&#10;AI-generated content may be incorrect.">
            <a:extLst>
              <a:ext uri="{FF2B5EF4-FFF2-40B4-BE49-F238E27FC236}">
                <a16:creationId xmlns:a16="http://schemas.microsoft.com/office/drawing/2014/main" id="{A29554C5-2AB3-B059-5C88-706A4BB9D99C}"/>
              </a:ext>
            </a:extLst>
          </p:cNvPr>
          <p:cNvPicPr>
            <a:picLocks noChangeAspect="1"/>
          </p:cNvPicPr>
          <p:nvPr/>
        </p:nvPicPr>
        <p:blipFill>
          <a:blip r:embed="rId3"/>
          <a:srcRect l="19911" r="23202"/>
          <a:stretch>
            <a:fillRect/>
          </a:stretch>
        </p:blipFill>
        <p:spPr>
          <a:xfrm>
            <a:off x="7545790" y="152399"/>
            <a:ext cx="4493810" cy="6556681"/>
          </a:xfrm>
          <a:prstGeom prst="rect">
            <a:avLst/>
          </a:prstGeom>
          <a:noFill/>
        </p:spPr>
      </p:pic>
    </p:spTree>
    <p:extLst>
      <p:ext uri="{BB962C8B-B14F-4D97-AF65-F5344CB8AC3E}">
        <p14:creationId xmlns:p14="http://schemas.microsoft.com/office/powerpoint/2010/main" val="22345097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A4F86-4C4F-DF65-E97B-0D02E28255CF}"/>
              </a:ext>
            </a:extLst>
          </p:cNvPr>
          <p:cNvSpPr>
            <a:spLocks noGrp="1"/>
          </p:cNvSpPr>
          <p:nvPr>
            <p:ph type="title"/>
          </p:nvPr>
        </p:nvSpPr>
        <p:spPr>
          <a:xfrm>
            <a:off x="4495801" y="533400"/>
            <a:ext cx="5791200" cy="609600"/>
          </a:xfrm>
        </p:spPr>
        <p:txBody>
          <a:bodyPr anchor="t">
            <a:normAutofit/>
          </a:bodyPr>
          <a:lstStyle/>
          <a:p>
            <a:r>
              <a:rPr lang="en-US" dirty="0"/>
              <a:t>Summary and Roadmap</a:t>
            </a:r>
          </a:p>
        </p:txBody>
      </p:sp>
      <p:graphicFrame>
        <p:nvGraphicFramePr>
          <p:cNvPr id="7" name="Content Placeholder 2">
            <a:extLst>
              <a:ext uri="{FF2B5EF4-FFF2-40B4-BE49-F238E27FC236}">
                <a16:creationId xmlns:a16="http://schemas.microsoft.com/office/drawing/2014/main" id="{60D75C1A-EA80-4067-CE98-C70A5FB45349}"/>
              </a:ext>
            </a:extLst>
          </p:cNvPr>
          <p:cNvGraphicFramePr>
            <a:graphicFrameLocks noGrp="1"/>
          </p:cNvGraphicFramePr>
          <p:nvPr>
            <p:ph sz="quarter" idx="13"/>
            <p:extLst>
              <p:ext uri="{D42A27DB-BD31-4B8C-83A1-F6EECF244321}">
                <p14:modId xmlns:p14="http://schemas.microsoft.com/office/powerpoint/2010/main" val="1619302007"/>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419601" y="1600200"/>
          <a:ext cx="6986238" cy="44002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robot holding a calculator&#10;&#10;AI-generated content may be incorrect.">
            <a:extLst>
              <a:ext uri="{FF2B5EF4-FFF2-40B4-BE49-F238E27FC236}">
                <a16:creationId xmlns:a16="http://schemas.microsoft.com/office/drawing/2014/main" id="{BB1E56AD-4F69-4B97-0A10-7F7371F0426D}"/>
              </a:ext>
            </a:extLst>
          </p:cNvPr>
          <p:cNvPicPr>
            <a:picLocks noChangeAspect="1"/>
          </p:cNvPicPr>
          <p:nvPr/>
        </p:nvPicPr>
        <p:blipFill>
          <a:blip r:embed="rId8"/>
          <a:stretch>
            <a:fillRect/>
          </a:stretch>
        </p:blipFill>
        <p:spPr>
          <a:xfrm>
            <a:off x="533401" y="685800"/>
            <a:ext cx="3352799" cy="5486400"/>
          </a:xfrm>
          <a:prstGeom prst="rect">
            <a:avLst/>
          </a:prstGeom>
        </p:spPr>
      </p:pic>
    </p:spTree>
    <p:extLst>
      <p:ext uri="{BB962C8B-B14F-4D97-AF65-F5344CB8AC3E}">
        <p14:creationId xmlns:p14="http://schemas.microsoft.com/office/powerpoint/2010/main" val="4274040837"/>
      </p:ext>
    </p:extLst>
  </p:cSld>
  <p:clrMapOvr>
    <a:masterClrMapping/>
  </p:clrMapOvr>
  <p:transition>
    <p:fade/>
  </p:transition>
</p:sld>
</file>

<file path=ppt/theme/theme1.xml><?xml version="1.0" encoding="utf-8"?>
<a:theme xmlns:a="http://schemas.openxmlformats.org/drawingml/2006/main" name="Prep rally">
  <a:themeElements>
    <a:clrScheme name="Youth Brand 01">
      <a:dk1>
        <a:srgbClr val="000000"/>
      </a:dk1>
      <a:lt1>
        <a:srgbClr val="FFFFFF"/>
      </a:lt1>
      <a:dk2>
        <a:srgbClr val="0E2841"/>
      </a:dk2>
      <a:lt2>
        <a:srgbClr val="E8E8E8"/>
      </a:lt2>
      <a:accent1>
        <a:srgbClr val="FA9569"/>
      </a:accent1>
      <a:accent2>
        <a:srgbClr val="D3F579"/>
      </a:accent2>
      <a:accent3>
        <a:srgbClr val="86E0CE"/>
      </a:accent3>
      <a:accent4>
        <a:srgbClr val="97D8EE"/>
      </a:accent4>
      <a:accent5>
        <a:srgbClr val="8A78E3"/>
      </a:accent5>
      <a:accent6>
        <a:srgbClr val="BB93D6"/>
      </a:accent6>
      <a:hlink>
        <a:srgbClr val="467886"/>
      </a:hlink>
      <a:folHlink>
        <a:srgbClr val="96607D"/>
      </a:folHlink>
    </a:clrScheme>
    <a:fontScheme name="Custom 79">
      <a:majorFont>
        <a:latin typeface="Congenial"/>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p Rally_win32_Sher_V8" id="{DBFC7A91-5024-4F8E-B6A6-A3076AFB953E}" vid="{9D7D9582-BF10-4D2D-B8EB-51F0CC03DB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2.xml><?xml version="1.0" encoding="utf-8"?>
<ds:datastoreItem xmlns:ds="http://schemas.openxmlformats.org/officeDocument/2006/customXml" ds:itemID="{4B99ED26-B189-4BA1-99D0-1112D8C2F106}">
  <ds:schemaRefs>
    <ds:schemaRef ds:uri="http://purl.org/dc/terms/"/>
    <ds:schemaRef ds:uri="http://schemas.microsoft.com/office/2006/metadata/properties"/>
    <ds:schemaRef ds:uri="http://purl.org/dc/dcmitype/"/>
    <ds:schemaRef ds:uri="http://schemas.microsoft.com/office/2006/documentManagement/types"/>
    <ds:schemaRef ds:uri="http://schemas.microsoft.com/sharepoint/v3"/>
    <ds:schemaRef ds:uri="71af3243-3dd4-4a8d-8c0d-dd76da1f02a5"/>
    <ds:schemaRef ds:uri="http://purl.org/dc/elements/1.1/"/>
    <ds:schemaRef ds:uri="16c05727-aa75-4e4a-9b5f-8a80a1165891"/>
    <ds:schemaRef ds:uri="http://schemas.microsoft.com/office/infopath/2007/PartnerControls"/>
    <ds:schemaRef ds:uri="http://schemas.openxmlformats.org/package/2006/metadata/core-properties"/>
    <ds:schemaRef ds:uri="230e9df3-be65-4c73-a93b-d1236ebd677e"/>
    <ds:schemaRef ds:uri="http://www.w3.org/XML/1998/namespace"/>
  </ds:schemaRefs>
</ds:datastoreItem>
</file>

<file path=customXml/itemProps3.xml><?xml version="1.0" encoding="utf-8"?>
<ds:datastoreItem xmlns:ds="http://schemas.openxmlformats.org/officeDocument/2006/customXml" ds:itemID="{3766CE19-BB35-48A2-AFDA-766E833300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10196</TotalTime>
  <Words>1330</Words>
  <Application>Microsoft Office PowerPoint</Application>
  <PresentationFormat>Widescreen</PresentationFormat>
  <Paragraphs>66</Paragraphs>
  <Slides>7</Slides>
  <Notes>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4" baseType="lpstr">
      <vt:lpstr>Algerian</vt:lpstr>
      <vt:lpstr>Aptos</vt:lpstr>
      <vt:lpstr>Arial</vt:lpstr>
      <vt:lpstr>Avenir Next LT Pro Light</vt:lpstr>
      <vt:lpstr>Congenial</vt:lpstr>
      <vt:lpstr>Prep rally</vt:lpstr>
      <vt:lpstr>Packager Shell Object</vt:lpstr>
      <vt:lpstr>   Dt. 12/12/2025  Scientific Calculator Using Python</vt:lpstr>
      <vt:lpstr>Overview</vt:lpstr>
      <vt:lpstr>Introduction to Scientific Calculator in Python</vt:lpstr>
      <vt:lpstr>Libraries Used</vt:lpstr>
      <vt:lpstr>Outcome:</vt:lpstr>
      <vt:lpstr>References </vt:lpstr>
      <vt:lpstr>Summary and Roadmap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Subhash Sahoo</cp:lastModifiedBy>
  <cp:revision>1</cp:revision>
  <dcterms:created xsi:type="dcterms:W3CDTF">2025-05-21T23:03:00Z</dcterms:created>
  <dcterms:modified xsi:type="dcterms:W3CDTF">2025-12-12T23:38:41Z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